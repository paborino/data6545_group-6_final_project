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0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3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8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9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0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1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2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308" r:id="rId2"/>
    <p:sldId id="256" r:id="rId3"/>
    <p:sldId id="257" r:id="rId4"/>
    <p:sldId id="258" r:id="rId5"/>
    <p:sldId id="259" r:id="rId6"/>
    <p:sldId id="260" r:id="rId7"/>
    <p:sldId id="288" r:id="rId8"/>
    <p:sldId id="261" r:id="rId9"/>
    <p:sldId id="262" r:id="rId10"/>
    <p:sldId id="263" r:id="rId11"/>
    <p:sldId id="289" r:id="rId12"/>
    <p:sldId id="264" r:id="rId13"/>
    <p:sldId id="290" r:id="rId14"/>
    <p:sldId id="265" r:id="rId15"/>
    <p:sldId id="266" r:id="rId16"/>
    <p:sldId id="267" r:id="rId17"/>
    <p:sldId id="268" r:id="rId18"/>
    <p:sldId id="291" r:id="rId19"/>
    <p:sldId id="269" r:id="rId20"/>
    <p:sldId id="270" r:id="rId21"/>
    <p:sldId id="292" r:id="rId22"/>
    <p:sldId id="271" r:id="rId23"/>
    <p:sldId id="293" r:id="rId24"/>
    <p:sldId id="272" r:id="rId25"/>
    <p:sldId id="273" r:id="rId26"/>
    <p:sldId id="274" r:id="rId27"/>
    <p:sldId id="275" r:id="rId28"/>
    <p:sldId id="294" r:id="rId29"/>
    <p:sldId id="276" r:id="rId30"/>
    <p:sldId id="277" r:id="rId31"/>
    <p:sldId id="295" r:id="rId32"/>
    <p:sldId id="278" r:id="rId33"/>
    <p:sldId id="296" r:id="rId34"/>
    <p:sldId id="279" r:id="rId35"/>
    <p:sldId id="280" r:id="rId36"/>
    <p:sldId id="297" r:id="rId37"/>
    <p:sldId id="281" r:id="rId38"/>
    <p:sldId id="282" r:id="rId39"/>
    <p:sldId id="300" r:id="rId40"/>
    <p:sldId id="283" r:id="rId41"/>
    <p:sldId id="284" r:id="rId42"/>
    <p:sldId id="301" r:id="rId43"/>
    <p:sldId id="285" r:id="rId44"/>
    <p:sldId id="286" r:id="rId45"/>
    <p:sldId id="287" r:id="rId46"/>
    <p:sldId id="302" r:id="rId47"/>
    <p:sldId id="306" r:id="rId48"/>
    <p:sldId id="303" r:id="rId49"/>
    <p:sldId id="304" r:id="rId50"/>
    <p:sldId id="307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41CC5-BFB9-43BD-A5EC-A6F78BA84088}" v="17" dt="2026-05-06T00:21:44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32"/>
  </p:normalViewPr>
  <p:slideViewPr>
    <p:cSldViewPr snapToGrid="0" snapToObjects="1">
      <p:cViewPr varScale="1">
        <p:scale>
          <a:sx n="105" d="100"/>
          <a:sy n="105" d="100"/>
        </p:scale>
        <p:origin x="14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onnanzio" userId="cad1bdacae6b8a94" providerId="LiveId" clId="{EBB38458-55E7-4CC7-B319-CF05DCEAF9FF}"/>
    <pc:docChg chg="custSel addSld delSld modSld sldOrd">
      <pc:chgData name="Peter Bonnanzio" userId="cad1bdacae6b8a94" providerId="LiveId" clId="{EBB38458-55E7-4CC7-B319-CF05DCEAF9FF}" dt="2026-05-06T00:21:44.694" v="410" actId="255"/>
      <pc:docMkLst>
        <pc:docMk/>
      </pc:docMkLst>
      <pc:sldChg chg="modSp mod">
        <pc:chgData name="Peter Bonnanzio" userId="cad1bdacae6b8a94" providerId="LiveId" clId="{EBB38458-55E7-4CC7-B319-CF05DCEAF9FF}" dt="2026-05-05T22:24:03.007" v="251" actId="14100"/>
        <pc:sldMkLst>
          <pc:docMk/>
          <pc:sldMk cId="0" sldId="262"/>
        </pc:sldMkLst>
        <pc:spChg chg="mod">
          <ac:chgData name="Peter Bonnanzio" userId="cad1bdacae6b8a94" providerId="LiveId" clId="{EBB38458-55E7-4CC7-B319-CF05DCEAF9FF}" dt="2026-05-05T22:23:49.115" v="246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eter Bonnanzio" userId="cad1bdacae6b8a94" providerId="LiveId" clId="{EBB38458-55E7-4CC7-B319-CF05DCEAF9FF}" dt="2026-05-05T22:23:59.364" v="250" actId="14100"/>
          <ac:spMkLst>
            <pc:docMk/>
            <pc:sldMk cId="0" sldId="262"/>
            <ac:spMk id="4" creationId="{00000000-0000-0000-0000-000000000000}"/>
          </ac:spMkLst>
        </pc:spChg>
        <pc:picChg chg="mod">
          <ac:chgData name="Peter Bonnanzio" userId="cad1bdacae6b8a94" providerId="LiveId" clId="{EBB38458-55E7-4CC7-B319-CF05DCEAF9FF}" dt="2026-05-05T22:24:03.007" v="251" actId="14100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Peter Bonnanzio" userId="cad1bdacae6b8a94" providerId="LiveId" clId="{EBB38458-55E7-4CC7-B319-CF05DCEAF9FF}" dt="2026-05-05T22:24:12.119" v="252" actId="255"/>
        <pc:sldMkLst>
          <pc:docMk/>
          <pc:sldMk cId="0" sldId="263"/>
        </pc:sldMkLst>
        <pc:spChg chg="mod">
          <ac:chgData name="Peter Bonnanzio" userId="cad1bdacae6b8a94" providerId="LiveId" clId="{EBB38458-55E7-4CC7-B319-CF05DCEAF9FF}" dt="2026-05-05T22:24:12.119" v="252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Peter Bonnanzio" userId="cad1bdacae6b8a94" providerId="LiveId" clId="{EBB38458-55E7-4CC7-B319-CF05DCEAF9FF}" dt="2026-05-05T22:24:38.757" v="256" actId="255"/>
        <pc:sldMkLst>
          <pc:docMk/>
          <pc:sldMk cId="0" sldId="264"/>
        </pc:sldMkLst>
        <pc:spChg chg="mod">
          <ac:chgData name="Peter Bonnanzio" userId="cad1bdacae6b8a94" providerId="LiveId" clId="{EBB38458-55E7-4CC7-B319-CF05DCEAF9FF}" dt="2026-05-05T22:24:38.757" v="256" actId="255"/>
          <ac:spMkLst>
            <pc:docMk/>
            <pc:sldMk cId="0" sldId="264"/>
            <ac:spMk id="3" creationId="{00000000-0000-0000-0000-000000000000}"/>
          </ac:spMkLst>
        </pc:spChg>
      </pc:sldChg>
      <pc:sldChg chg="addSp modSp mod">
        <pc:chgData name="Peter Bonnanzio" userId="cad1bdacae6b8a94" providerId="LiveId" clId="{EBB38458-55E7-4CC7-B319-CF05DCEAF9FF}" dt="2026-05-06T00:19:36.923" v="406" actId="1076"/>
        <pc:sldMkLst>
          <pc:docMk/>
          <pc:sldMk cId="0" sldId="276"/>
        </pc:sldMkLst>
        <pc:spChg chg="mod">
          <ac:chgData name="Peter Bonnanzio" userId="cad1bdacae6b8a94" providerId="LiveId" clId="{EBB38458-55E7-4CC7-B319-CF05DCEAF9FF}" dt="2026-05-06T00:17:07.728" v="375" actId="207"/>
          <ac:spMkLst>
            <pc:docMk/>
            <pc:sldMk cId="0" sldId="276"/>
            <ac:spMk id="4" creationId="{00000000-0000-0000-0000-000000000000}"/>
          </ac:spMkLst>
        </pc:spChg>
        <pc:spChg chg="add mod">
          <ac:chgData name="Peter Bonnanzio" userId="cad1bdacae6b8a94" providerId="LiveId" clId="{EBB38458-55E7-4CC7-B319-CF05DCEAF9FF}" dt="2026-05-06T00:19:36.923" v="406" actId="1076"/>
          <ac:spMkLst>
            <pc:docMk/>
            <pc:sldMk cId="0" sldId="276"/>
            <ac:spMk id="5" creationId="{C2909383-ABA5-2139-BD74-231E4DACF2F3}"/>
          </ac:spMkLst>
        </pc:spChg>
        <pc:picChg chg="mod">
          <ac:chgData name="Peter Bonnanzio" userId="cad1bdacae6b8a94" providerId="LiveId" clId="{EBB38458-55E7-4CC7-B319-CF05DCEAF9FF}" dt="2026-05-06T00:19:33.145" v="405" actId="1076"/>
          <ac:picMkLst>
            <pc:docMk/>
            <pc:sldMk cId="0" sldId="276"/>
            <ac:picMk id="3" creationId="{00000000-0000-0000-0000-000000000000}"/>
          </ac:picMkLst>
        </pc:picChg>
      </pc:sldChg>
      <pc:sldChg chg="modSp mod">
        <pc:chgData name="Peter Bonnanzio" userId="cad1bdacae6b8a94" providerId="LiveId" clId="{EBB38458-55E7-4CC7-B319-CF05DCEAF9FF}" dt="2026-05-05T22:26:10.271" v="271" actId="207"/>
        <pc:sldMkLst>
          <pc:docMk/>
          <pc:sldMk cId="0" sldId="279"/>
        </pc:sldMkLst>
        <pc:spChg chg="mod">
          <ac:chgData name="Peter Bonnanzio" userId="cad1bdacae6b8a94" providerId="LiveId" clId="{EBB38458-55E7-4CC7-B319-CF05DCEAF9FF}" dt="2026-05-05T22:26:03.663" v="269" actId="207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ter Bonnanzio" userId="cad1bdacae6b8a94" providerId="LiveId" clId="{EBB38458-55E7-4CC7-B319-CF05DCEAF9FF}" dt="2026-05-05T22:26:10.271" v="271" actId="207"/>
          <ac:spMkLst>
            <pc:docMk/>
            <pc:sldMk cId="0" sldId="279"/>
            <ac:spMk id="4" creationId="{00000000-0000-0000-0000-000000000000}"/>
          </ac:spMkLst>
        </pc:spChg>
      </pc:sldChg>
      <pc:sldChg chg="modSp mod">
        <pc:chgData name="Peter Bonnanzio" userId="cad1bdacae6b8a94" providerId="LiveId" clId="{EBB38458-55E7-4CC7-B319-CF05DCEAF9FF}" dt="2026-05-06T00:13:30.979" v="374" actId="20577"/>
        <pc:sldMkLst>
          <pc:docMk/>
          <pc:sldMk cId="0" sldId="280"/>
        </pc:sldMkLst>
        <pc:graphicFrameChg chg="modGraphic">
          <ac:chgData name="Peter Bonnanzio" userId="cad1bdacae6b8a94" providerId="LiveId" clId="{EBB38458-55E7-4CC7-B319-CF05DCEAF9FF}" dt="2026-05-06T00:13:30.979" v="374" actId="20577"/>
          <ac:graphicFrameMkLst>
            <pc:docMk/>
            <pc:sldMk cId="0" sldId="280"/>
            <ac:graphicFrameMk id="8" creationId="{A15E8618-9FEF-CD8F-C0E5-F1D7E04ED2E1}"/>
          </ac:graphicFrameMkLst>
        </pc:graphicFrameChg>
      </pc:sldChg>
      <pc:sldChg chg="modSp">
        <pc:chgData name="Peter Bonnanzio" userId="cad1bdacae6b8a94" providerId="LiveId" clId="{EBB38458-55E7-4CC7-B319-CF05DCEAF9FF}" dt="2026-05-06T00:21:44.694" v="410" actId="255"/>
        <pc:sldMkLst>
          <pc:docMk/>
          <pc:sldMk cId="0" sldId="282"/>
        </pc:sldMkLst>
        <pc:graphicFrameChg chg="mod">
          <ac:chgData name="Peter Bonnanzio" userId="cad1bdacae6b8a94" providerId="LiveId" clId="{EBB38458-55E7-4CC7-B319-CF05DCEAF9FF}" dt="2026-05-06T00:21:44.694" v="410" actId="255"/>
          <ac:graphicFrameMkLst>
            <pc:docMk/>
            <pc:sldMk cId="0" sldId="282"/>
            <ac:graphicFrameMk id="5" creationId="{EFC315DA-4F61-C7C7-E461-259EF02BA9DB}"/>
          </ac:graphicFrameMkLst>
        </pc:graphicFrameChg>
      </pc:sldChg>
      <pc:sldChg chg="modSp mod">
        <pc:chgData name="Peter Bonnanzio" userId="cad1bdacae6b8a94" providerId="LiveId" clId="{EBB38458-55E7-4CC7-B319-CF05DCEAF9FF}" dt="2026-05-05T22:24:28.959" v="255" actId="255"/>
        <pc:sldMkLst>
          <pc:docMk/>
          <pc:sldMk cId="0" sldId="289"/>
        </pc:sldMkLst>
        <pc:spChg chg="mod">
          <ac:chgData name="Peter Bonnanzio" userId="cad1bdacae6b8a94" providerId="LiveId" clId="{EBB38458-55E7-4CC7-B319-CF05DCEAF9FF}" dt="2026-05-05T22:24:28.959" v="255" actId="255"/>
          <ac:spMkLst>
            <pc:docMk/>
            <pc:sldMk cId="0" sldId="289"/>
            <ac:spMk id="4" creationId="{00000000-0000-0000-0000-000000000000}"/>
          </ac:spMkLst>
        </pc:spChg>
        <pc:picChg chg="mod">
          <ac:chgData name="Peter Bonnanzio" userId="cad1bdacae6b8a94" providerId="LiveId" clId="{EBB38458-55E7-4CC7-B319-CF05DCEAF9FF}" dt="2026-05-05T22:24:23.755" v="254" actId="14100"/>
          <ac:picMkLst>
            <pc:docMk/>
            <pc:sldMk cId="0" sldId="289"/>
            <ac:picMk id="3" creationId="{00000000-0000-0000-0000-000000000000}"/>
          </ac:picMkLst>
        </pc:picChg>
      </pc:sldChg>
      <pc:sldChg chg="modSp mod">
        <pc:chgData name="Peter Bonnanzio" userId="cad1bdacae6b8a94" providerId="LiveId" clId="{EBB38458-55E7-4CC7-B319-CF05DCEAF9FF}" dt="2026-05-05T22:25:03.575" v="262" actId="1076"/>
        <pc:sldMkLst>
          <pc:docMk/>
          <pc:sldMk cId="0" sldId="290"/>
        </pc:sldMkLst>
        <pc:spChg chg="mod">
          <ac:chgData name="Peter Bonnanzio" userId="cad1bdacae6b8a94" providerId="LiveId" clId="{EBB38458-55E7-4CC7-B319-CF05DCEAF9FF}" dt="2026-05-05T22:25:03.575" v="262" actId="1076"/>
          <ac:spMkLst>
            <pc:docMk/>
            <pc:sldMk cId="0" sldId="290"/>
            <ac:spMk id="4" creationId="{00000000-0000-0000-0000-000000000000}"/>
          </ac:spMkLst>
        </pc:spChg>
        <pc:picChg chg="mod">
          <ac:chgData name="Peter Bonnanzio" userId="cad1bdacae6b8a94" providerId="LiveId" clId="{EBB38458-55E7-4CC7-B319-CF05DCEAF9FF}" dt="2026-05-05T22:24:51.649" v="259" actId="1076"/>
          <ac:picMkLst>
            <pc:docMk/>
            <pc:sldMk cId="0" sldId="290"/>
            <ac:picMk id="3" creationId="{00000000-0000-0000-0000-000000000000}"/>
          </ac:picMkLst>
        </pc:picChg>
      </pc:sldChg>
      <pc:sldChg chg="modSp mod">
        <pc:chgData name="Peter Bonnanzio" userId="cad1bdacae6b8a94" providerId="LiveId" clId="{EBB38458-55E7-4CC7-B319-CF05DCEAF9FF}" dt="2026-05-05T22:25:29.754" v="268" actId="1076"/>
        <pc:sldMkLst>
          <pc:docMk/>
          <pc:sldMk cId="0" sldId="291"/>
        </pc:sldMkLst>
        <pc:spChg chg="mod">
          <ac:chgData name="Peter Bonnanzio" userId="cad1bdacae6b8a94" providerId="LiveId" clId="{EBB38458-55E7-4CC7-B319-CF05DCEAF9FF}" dt="2026-05-05T22:25:29.754" v="268" actId="1076"/>
          <ac:spMkLst>
            <pc:docMk/>
            <pc:sldMk cId="0" sldId="291"/>
            <ac:spMk id="4" creationId="{00000000-0000-0000-0000-000000000000}"/>
          </ac:spMkLst>
        </pc:spChg>
        <pc:picChg chg="mod">
          <ac:chgData name="Peter Bonnanzio" userId="cad1bdacae6b8a94" providerId="LiveId" clId="{EBB38458-55E7-4CC7-B319-CF05DCEAF9FF}" dt="2026-05-05T22:25:19.163" v="265" actId="1076"/>
          <ac:picMkLst>
            <pc:docMk/>
            <pc:sldMk cId="0" sldId="291"/>
            <ac:picMk id="3" creationId="{00000000-0000-0000-0000-000000000000}"/>
          </ac:picMkLst>
        </pc:picChg>
      </pc:sldChg>
      <pc:sldChg chg="addSp modSp mod">
        <pc:chgData name="Peter Bonnanzio" userId="cad1bdacae6b8a94" providerId="LiveId" clId="{EBB38458-55E7-4CC7-B319-CF05DCEAF9FF}" dt="2026-05-05T22:20:16.052" v="229" actId="1076"/>
        <pc:sldMkLst>
          <pc:docMk/>
          <pc:sldMk cId="0" sldId="294"/>
        </pc:sldMkLst>
        <pc:spChg chg="mod">
          <ac:chgData name="Peter Bonnanzio" userId="cad1bdacae6b8a94" providerId="LiveId" clId="{EBB38458-55E7-4CC7-B319-CF05DCEAF9FF}" dt="2026-05-05T22:20:12.959" v="228" actId="255"/>
          <ac:spMkLst>
            <pc:docMk/>
            <pc:sldMk cId="0" sldId="294"/>
            <ac:spMk id="2" creationId="{00000000-0000-0000-0000-000000000000}"/>
          </ac:spMkLst>
        </pc:spChg>
        <pc:spChg chg="mod">
          <ac:chgData name="Peter Bonnanzio" userId="cad1bdacae6b8a94" providerId="LiveId" clId="{EBB38458-55E7-4CC7-B319-CF05DCEAF9FF}" dt="2026-05-05T22:20:16.052" v="229" actId="1076"/>
          <ac:spMkLst>
            <pc:docMk/>
            <pc:sldMk cId="0" sldId="294"/>
            <ac:spMk id="4" creationId="{00000000-0000-0000-0000-000000000000}"/>
          </ac:spMkLst>
        </pc:spChg>
        <pc:spChg chg="add mod">
          <ac:chgData name="Peter Bonnanzio" userId="cad1bdacae6b8a94" providerId="LiveId" clId="{EBB38458-55E7-4CC7-B319-CF05DCEAF9FF}" dt="2026-05-05T22:19:15.504" v="219" actId="14100"/>
          <ac:spMkLst>
            <pc:docMk/>
            <pc:sldMk cId="0" sldId="294"/>
            <ac:spMk id="5" creationId="{5627570A-567F-2C47-4B00-4677977D94DB}"/>
          </ac:spMkLst>
        </pc:spChg>
        <pc:picChg chg="mod">
          <ac:chgData name="Peter Bonnanzio" userId="cad1bdacae6b8a94" providerId="LiveId" clId="{EBB38458-55E7-4CC7-B319-CF05DCEAF9FF}" dt="2026-05-05T22:19:17.341" v="220" actId="1076"/>
          <ac:picMkLst>
            <pc:docMk/>
            <pc:sldMk cId="0" sldId="294"/>
            <ac:picMk id="3" creationId="{00000000-0000-0000-0000-000000000000}"/>
          </ac:picMkLst>
        </pc:picChg>
      </pc:sldChg>
      <pc:sldChg chg="modSp mod">
        <pc:chgData name="Peter Bonnanzio" userId="cad1bdacae6b8a94" providerId="LiveId" clId="{EBB38458-55E7-4CC7-B319-CF05DCEAF9FF}" dt="2026-05-05T22:26:21.221" v="273" actId="14100"/>
        <pc:sldMkLst>
          <pc:docMk/>
          <pc:sldMk cId="0" sldId="297"/>
        </pc:sldMkLst>
        <pc:picChg chg="mod">
          <ac:chgData name="Peter Bonnanzio" userId="cad1bdacae6b8a94" providerId="LiveId" clId="{EBB38458-55E7-4CC7-B319-CF05DCEAF9FF}" dt="2026-05-05T22:26:21.221" v="273" actId="14100"/>
          <ac:picMkLst>
            <pc:docMk/>
            <pc:sldMk cId="0" sldId="297"/>
            <ac:picMk id="3" creationId="{00000000-0000-0000-0000-000000000000}"/>
          </ac:picMkLst>
        </pc:picChg>
      </pc:sldChg>
      <pc:sldChg chg="addSp delSp modSp del mod">
        <pc:chgData name="Peter Bonnanzio" userId="cad1bdacae6b8a94" providerId="LiveId" clId="{EBB38458-55E7-4CC7-B319-CF05DCEAF9FF}" dt="2026-05-05T22:33:45.550" v="304" actId="47"/>
        <pc:sldMkLst>
          <pc:docMk/>
          <pc:sldMk cId="0" sldId="298"/>
        </pc:sldMkLst>
        <pc:spChg chg="del mod">
          <ac:chgData name="Peter Bonnanzio" userId="cad1bdacae6b8a94" providerId="LiveId" clId="{EBB38458-55E7-4CC7-B319-CF05DCEAF9FF}" dt="2026-05-05T22:26:55.797" v="276" actId="478"/>
          <ac:spMkLst>
            <pc:docMk/>
            <pc:sldMk cId="0" sldId="298"/>
            <ac:spMk id="2" creationId="{00000000-0000-0000-0000-000000000000}"/>
          </ac:spMkLst>
        </pc:spChg>
        <pc:spChg chg="mod">
          <ac:chgData name="Peter Bonnanzio" userId="cad1bdacae6b8a94" providerId="LiveId" clId="{EBB38458-55E7-4CC7-B319-CF05DCEAF9FF}" dt="2026-05-05T22:26:28.490" v="274" actId="1076"/>
          <ac:spMkLst>
            <pc:docMk/>
            <pc:sldMk cId="0" sldId="298"/>
            <ac:spMk id="4" creationId="{00000000-0000-0000-0000-000000000000}"/>
          </ac:spMkLst>
        </pc:spChg>
        <pc:spChg chg="add del mod">
          <ac:chgData name="Peter Bonnanzio" userId="cad1bdacae6b8a94" providerId="LiveId" clId="{EBB38458-55E7-4CC7-B319-CF05DCEAF9FF}" dt="2026-05-05T22:26:59.042" v="277" actId="478"/>
          <ac:spMkLst>
            <pc:docMk/>
            <pc:sldMk cId="0" sldId="298"/>
            <ac:spMk id="6" creationId="{12E316FD-2A2E-3AF7-463F-6D95D7133D4F}"/>
          </ac:spMkLst>
        </pc:spChg>
        <pc:spChg chg="add mod">
          <ac:chgData name="Peter Bonnanzio" userId="cad1bdacae6b8a94" providerId="LiveId" clId="{EBB38458-55E7-4CC7-B319-CF05DCEAF9FF}" dt="2026-05-05T22:27:28.532" v="301" actId="20577"/>
          <ac:spMkLst>
            <pc:docMk/>
            <pc:sldMk cId="0" sldId="298"/>
            <ac:spMk id="7" creationId="{30A3CFAF-FD0D-2B48-6E2F-5DB244A858F7}"/>
          </ac:spMkLst>
        </pc:spChg>
      </pc:sldChg>
      <pc:sldChg chg="del">
        <pc:chgData name="Peter Bonnanzio" userId="cad1bdacae6b8a94" providerId="LiveId" clId="{EBB38458-55E7-4CC7-B319-CF05DCEAF9FF}" dt="2026-05-05T22:33:47.582" v="305" actId="47"/>
        <pc:sldMkLst>
          <pc:docMk/>
          <pc:sldMk cId="0" sldId="299"/>
        </pc:sldMkLst>
      </pc:sldChg>
      <pc:sldChg chg="modSp mod">
        <pc:chgData name="Peter Bonnanzio" userId="cad1bdacae6b8a94" providerId="LiveId" clId="{EBB38458-55E7-4CC7-B319-CF05DCEAF9FF}" dt="2026-05-05T22:28:56.743" v="303" actId="14100"/>
        <pc:sldMkLst>
          <pc:docMk/>
          <pc:sldMk cId="0" sldId="300"/>
        </pc:sldMkLst>
        <pc:picChg chg="mod">
          <ac:chgData name="Peter Bonnanzio" userId="cad1bdacae6b8a94" providerId="LiveId" clId="{EBB38458-55E7-4CC7-B319-CF05DCEAF9FF}" dt="2026-05-05T22:28:56.743" v="303" actId="14100"/>
          <ac:picMkLst>
            <pc:docMk/>
            <pc:sldMk cId="0" sldId="300"/>
            <ac:picMk id="3" creationId="{00000000-0000-0000-0000-000000000000}"/>
          </ac:picMkLst>
        </pc:picChg>
      </pc:sldChg>
      <pc:sldChg chg="ord">
        <pc:chgData name="Peter Bonnanzio" userId="cad1bdacae6b8a94" providerId="LiveId" clId="{EBB38458-55E7-4CC7-B319-CF05DCEAF9FF}" dt="2026-05-05T22:22:28.228" v="235"/>
        <pc:sldMkLst>
          <pc:docMk/>
          <pc:sldMk cId="0" sldId="303"/>
        </pc:sldMkLst>
      </pc:sldChg>
      <pc:sldChg chg="addSp delSp modSp mod ord">
        <pc:chgData name="Peter Bonnanzio" userId="cad1bdacae6b8a94" providerId="LiveId" clId="{EBB38458-55E7-4CC7-B319-CF05DCEAF9FF}" dt="2026-05-05T22:22:03.724" v="231"/>
        <pc:sldMkLst>
          <pc:docMk/>
          <pc:sldMk cId="0" sldId="304"/>
        </pc:sldMkLst>
        <pc:spChg chg="del mod">
          <ac:chgData name="Peter Bonnanzio" userId="cad1bdacae6b8a94" providerId="LiveId" clId="{EBB38458-55E7-4CC7-B319-CF05DCEAF9FF}" dt="2026-05-05T21:53:57.402" v="1" actId="478"/>
          <ac:spMkLst>
            <pc:docMk/>
            <pc:sldMk cId="0" sldId="304"/>
            <ac:spMk id="3" creationId="{00000000-0000-0000-0000-000000000000}"/>
          </ac:spMkLst>
        </pc:spChg>
        <pc:picChg chg="add mod">
          <ac:chgData name="Peter Bonnanzio" userId="cad1bdacae6b8a94" providerId="LiveId" clId="{EBB38458-55E7-4CC7-B319-CF05DCEAF9FF}" dt="2026-05-05T21:55:56.050" v="28" actId="1036"/>
          <ac:picMkLst>
            <pc:docMk/>
            <pc:sldMk cId="0" sldId="304"/>
            <ac:picMk id="5" creationId="{DDB39B09-8CC8-40BF-46AD-E0442AF54D90}"/>
          </ac:picMkLst>
        </pc:picChg>
      </pc:sldChg>
      <pc:sldChg chg="del">
        <pc:chgData name="Peter Bonnanzio" userId="cad1bdacae6b8a94" providerId="LiveId" clId="{EBB38458-55E7-4CC7-B319-CF05DCEAF9FF}" dt="2026-05-06T00:21:01.697" v="407" actId="47"/>
        <pc:sldMkLst>
          <pc:docMk/>
          <pc:sldMk cId="0" sldId="305"/>
        </pc:sldMkLst>
      </pc:sldChg>
      <pc:sldChg chg="addSp modSp mod ord">
        <pc:chgData name="Peter Bonnanzio" userId="cad1bdacae6b8a94" providerId="LiveId" clId="{EBB38458-55E7-4CC7-B319-CF05DCEAF9FF}" dt="2026-05-06T00:09:09.873" v="363" actId="1076"/>
        <pc:sldMkLst>
          <pc:docMk/>
          <pc:sldMk cId="0" sldId="306"/>
        </pc:sldMkLst>
        <pc:spChg chg="add mod">
          <ac:chgData name="Peter Bonnanzio" userId="cad1bdacae6b8a94" providerId="LiveId" clId="{EBB38458-55E7-4CC7-B319-CF05DCEAF9FF}" dt="2026-05-06T00:09:09.873" v="363" actId="1076"/>
          <ac:spMkLst>
            <pc:docMk/>
            <pc:sldMk cId="0" sldId="306"/>
            <ac:spMk id="3" creationId="{146D377E-B5BB-DCB4-FEEF-48DE53F88F42}"/>
          </ac:spMkLst>
        </pc:spChg>
        <pc:spChg chg="add mod">
          <ac:chgData name="Peter Bonnanzio" userId="cad1bdacae6b8a94" providerId="LiveId" clId="{EBB38458-55E7-4CC7-B319-CF05DCEAF9FF}" dt="2026-05-06T00:09:06.538" v="362" actId="1076"/>
          <ac:spMkLst>
            <pc:docMk/>
            <pc:sldMk cId="0" sldId="306"/>
            <ac:spMk id="4" creationId="{3C96466E-7A59-8315-7FA0-02053B3F08EA}"/>
          </ac:spMkLst>
        </pc:spChg>
      </pc:sldChg>
      <pc:sldChg chg="addSp delSp modSp add mod ord">
        <pc:chgData name="Peter Bonnanzio" userId="cad1bdacae6b8a94" providerId="LiveId" clId="{EBB38458-55E7-4CC7-B319-CF05DCEAF9FF}" dt="2026-05-05T22:22:09.735" v="233"/>
        <pc:sldMkLst>
          <pc:docMk/>
          <pc:sldMk cId="1726488757" sldId="307"/>
        </pc:sldMkLst>
        <pc:spChg chg="add mod">
          <ac:chgData name="Peter Bonnanzio" userId="cad1bdacae6b8a94" providerId="LiveId" clId="{EBB38458-55E7-4CC7-B319-CF05DCEAF9FF}" dt="2026-05-05T22:00:00.418" v="42" actId="1076"/>
          <ac:spMkLst>
            <pc:docMk/>
            <pc:sldMk cId="1726488757" sldId="307"/>
            <ac:spMk id="6" creationId="{D6ACA42E-9219-E036-A0AE-EE7DE5E30331}"/>
          </ac:spMkLst>
        </pc:spChg>
        <pc:picChg chg="add mod">
          <ac:chgData name="Peter Bonnanzio" userId="cad1bdacae6b8a94" providerId="LiveId" clId="{EBB38458-55E7-4CC7-B319-CF05DCEAF9FF}" dt="2026-05-05T21:57:28.395" v="33" actId="14100"/>
          <ac:picMkLst>
            <pc:docMk/>
            <pc:sldMk cId="1726488757" sldId="307"/>
            <ac:picMk id="4" creationId="{A2177746-D93A-C9D5-6B47-9F1CE12E5F1D}"/>
          </ac:picMkLst>
        </pc:picChg>
        <pc:picChg chg="del">
          <ac:chgData name="Peter Bonnanzio" userId="cad1bdacae6b8a94" providerId="LiveId" clId="{EBB38458-55E7-4CC7-B319-CF05DCEAF9FF}" dt="2026-05-05T21:56:21.881" v="30" actId="478"/>
          <ac:picMkLst>
            <pc:docMk/>
            <pc:sldMk cId="1726488757" sldId="307"/>
            <ac:picMk id="5" creationId="{A471A178-75D1-038A-8755-B93D4BFED922}"/>
          </ac:picMkLst>
        </pc:picChg>
      </pc:sldChg>
      <pc:sldChg chg="addSp delSp modSp new mod ord">
        <pc:chgData name="Peter Bonnanzio" userId="cad1bdacae6b8a94" providerId="LiveId" clId="{EBB38458-55E7-4CC7-B319-CF05DCEAF9FF}" dt="2026-05-05T23:50:56.655" v="350" actId="20577"/>
        <pc:sldMkLst>
          <pc:docMk/>
          <pc:sldMk cId="3892931443" sldId="308"/>
        </pc:sldMkLst>
        <pc:spChg chg="del">
          <ac:chgData name="Peter Bonnanzio" userId="cad1bdacae6b8a94" providerId="LiveId" clId="{EBB38458-55E7-4CC7-B319-CF05DCEAF9FF}" dt="2026-05-05T22:00:37.849" v="47" actId="478"/>
          <ac:spMkLst>
            <pc:docMk/>
            <pc:sldMk cId="3892931443" sldId="308"/>
            <ac:spMk id="2" creationId="{0D04C1EC-2A07-E4A3-1FA7-4F25D09DB422}"/>
          </ac:spMkLst>
        </pc:spChg>
        <pc:spChg chg="del">
          <ac:chgData name="Peter Bonnanzio" userId="cad1bdacae6b8a94" providerId="LiveId" clId="{EBB38458-55E7-4CC7-B319-CF05DCEAF9FF}" dt="2026-05-05T22:00:36.525" v="46" actId="478"/>
          <ac:spMkLst>
            <pc:docMk/>
            <pc:sldMk cId="3892931443" sldId="308"/>
            <ac:spMk id="3" creationId="{DED531E5-3EC3-59F1-1501-41B81E0BCA74}"/>
          </ac:spMkLst>
        </pc:spChg>
        <pc:spChg chg="add del mod">
          <ac:chgData name="Peter Bonnanzio" userId="cad1bdacae6b8a94" providerId="LiveId" clId="{EBB38458-55E7-4CC7-B319-CF05DCEAF9FF}" dt="2026-05-05T22:05:32.085" v="101" actId="478"/>
          <ac:spMkLst>
            <pc:docMk/>
            <pc:sldMk cId="3892931443" sldId="308"/>
            <ac:spMk id="6" creationId="{CC94AEB5-E6D3-3484-AC3E-439C67836B6B}"/>
          </ac:spMkLst>
        </pc:spChg>
        <pc:spChg chg="add mod">
          <ac:chgData name="Peter Bonnanzio" userId="cad1bdacae6b8a94" providerId="LiveId" clId="{EBB38458-55E7-4CC7-B319-CF05DCEAF9FF}" dt="2026-05-05T23:50:56.655" v="350" actId="20577"/>
          <ac:spMkLst>
            <pc:docMk/>
            <pc:sldMk cId="3892931443" sldId="308"/>
            <ac:spMk id="8" creationId="{474C8273-6BA1-4487-6DE7-DB065EC3BFEE}"/>
          </ac:spMkLst>
        </pc:spChg>
        <pc:spChg chg="add mod">
          <ac:chgData name="Peter Bonnanzio" userId="cad1bdacae6b8a94" providerId="LiveId" clId="{EBB38458-55E7-4CC7-B319-CF05DCEAF9FF}" dt="2026-05-05T22:08:31.449" v="183" actId="255"/>
          <ac:spMkLst>
            <pc:docMk/>
            <pc:sldMk cId="3892931443" sldId="308"/>
            <ac:spMk id="11" creationId="{B75D4593-5F48-A49C-500E-F31E0A38B3C5}"/>
          </ac:spMkLst>
        </pc:spChg>
        <pc:picChg chg="add mod">
          <ac:chgData name="Peter Bonnanzio" userId="cad1bdacae6b8a94" providerId="LiveId" clId="{EBB38458-55E7-4CC7-B319-CF05DCEAF9FF}" dt="2026-05-05T22:23:11.503" v="242" actId="1076"/>
          <ac:picMkLst>
            <pc:docMk/>
            <pc:sldMk cId="3892931443" sldId="308"/>
            <ac:picMk id="3" creationId="{81FBBFBF-D7E0-6B3E-600E-228669270676}"/>
          </ac:picMkLst>
        </pc:picChg>
        <pc:picChg chg="add del mod">
          <ac:chgData name="Peter Bonnanzio" userId="cad1bdacae6b8a94" providerId="LiveId" clId="{EBB38458-55E7-4CC7-B319-CF05DCEAF9FF}" dt="2026-05-05T22:05:08.389" v="99" actId="478"/>
          <ac:picMkLst>
            <pc:docMk/>
            <pc:sldMk cId="3892931443" sldId="308"/>
            <ac:picMk id="5" creationId="{9071A958-9E74-58D8-232A-2192355A1692}"/>
          </ac:picMkLst>
        </pc:picChg>
        <pc:picChg chg="add del mod">
          <ac:chgData name="Peter Bonnanzio" userId="cad1bdacae6b8a94" providerId="LiveId" clId="{EBB38458-55E7-4CC7-B319-CF05DCEAF9FF}" dt="2026-05-05T22:22:43.124" v="238" actId="478"/>
          <ac:picMkLst>
            <pc:docMk/>
            <pc:sldMk cId="3892931443" sldId="308"/>
            <ac:picMk id="10" creationId="{DF7F1F6F-A649-70C7-B944-86182EBB9668}"/>
          </ac:picMkLst>
        </pc:picChg>
      </pc:sldChg>
      <pc:sldChg chg="delSp modSp new del mod">
        <pc:chgData name="Peter Bonnanzio" userId="cad1bdacae6b8a94" providerId="LiveId" clId="{EBB38458-55E7-4CC7-B319-CF05DCEAF9FF}" dt="2026-05-06T00:09:40.718" v="364" actId="47"/>
        <pc:sldMkLst>
          <pc:docMk/>
          <pc:sldMk cId="64753126" sldId="309"/>
        </pc:sldMkLst>
        <pc:spChg chg="mod">
          <ac:chgData name="Peter Bonnanzio" userId="cad1bdacae6b8a94" providerId="LiveId" clId="{EBB38458-55E7-4CC7-B319-CF05DCEAF9FF}" dt="2026-05-05T22:14:01.566" v="210" actId="20577"/>
          <ac:spMkLst>
            <pc:docMk/>
            <pc:sldMk cId="64753126" sldId="309"/>
            <ac:spMk id="2" creationId="{D7B28AA1-F4BB-C1DF-740C-BE8F4BA192DD}"/>
          </ac:spMkLst>
        </pc:spChg>
        <pc:spChg chg="del">
          <ac:chgData name="Peter Bonnanzio" userId="cad1bdacae6b8a94" providerId="LiveId" clId="{EBB38458-55E7-4CC7-B319-CF05DCEAF9FF}" dt="2026-05-05T22:13:52.943" v="198" actId="478"/>
          <ac:spMkLst>
            <pc:docMk/>
            <pc:sldMk cId="64753126" sldId="309"/>
            <ac:spMk id="3" creationId="{0D713764-EE6C-362D-366D-18D08E42A157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6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9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4" Type="http://schemas.openxmlformats.org/officeDocument/2006/relationships/image" Target="../media/image44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9.svg"/><Relationship Id="rId1" Type="http://schemas.openxmlformats.org/officeDocument/2006/relationships/image" Target="../media/image46.svg"/><Relationship Id="rId4" Type="http://schemas.openxmlformats.org/officeDocument/2006/relationships/image" Target="../media/image16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6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9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4" Type="http://schemas.openxmlformats.org/officeDocument/2006/relationships/image" Target="../media/image44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9.svg"/><Relationship Id="rId1" Type="http://schemas.openxmlformats.org/officeDocument/2006/relationships/image" Target="../media/image46.svg"/><Relationship Id="rId4" Type="http://schemas.openxmlformats.org/officeDocument/2006/relationships/image" Target="../media/image16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CCF3D1-6115-40B6-95C6-156A010F0F1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A4EDB5-2670-4A39-BB56-49F63834D60F}">
      <dgm:prSet/>
      <dgm:spPr/>
      <dgm:t>
        <a:bodyPr/>
        <a:lstStyle/>
        <a:p>
          <a:r>
            <a:rPr lang="en-US"/>
            <a:t>Objective: Predict high-severity accidents (Severity &gt;= 3)</a:t>
          </a:r>
        </a:p>
      </dgm:t>
    </dgm:pt>
    <dgm:pt modelId="{9D41C8AA-264E-4203-BB99-0BB636B60F27}" type="parTrans" cxnId="{BA56B2D6-9C19-44FF-9AE0-15E8B08186EF}">
      <dgm:prSet/>
      <dgm:spPr/>
      <dgm:t>
        <a:bodyPr/>
        <a:lstStyle/>
        <a:p>
          <a:endParaRPr lang="en-US"/>
        </a:p>
      </dgm:t>
    </dgm:pt>
    <dgm:pt modelId="{A7C7E546-690D-44AB-BADD-4857A4D4A865}" type="sibTrans" cxnId="{BA56B2D6-9C19-44FF-9AE0-15E8B08186EF}">
      <dgm:prSet/>
      <dgm:spPr/>
      <dgm:t>
        <a:bodyPr/>
        <a:lstStyle/>
        <a:p>
          <a:endParaRPr lang="en-US"/>
        </a:p>
      </dgm:t>
    </dgm:pt>
    <dgm:pt modelId="{0663A53D-D486-48A3-BAAA-1D49E81BE2CF}">
      <dgm:prSet/>
      <dgm:spPr/>
      <dgm:t>
        <a:bodyPr/>
        <a:lstStyle/>
        <a:p>
          <a:r>
            <a:rPr lang="en-US"/>
            <a:t>Reframe as binary classification: is_high_severity</a:t>
          </a:r>
        </a:p>
      </dgm:t>
    </dgm:pt>
    <dgm:pt modelId="{07DD7CFF-FC63-40F7-9CEC-BAE7E9697DAF}" type="parTrans" cxnId="{69CDBCC1-AC31-45D5-A229-5200219BDE30}">
      <dgm:prSet/>
      <dgm:spPr/>
      <dgm:t>
        <a:bodyPr/>
        <a:lstStyle/>
        <a:p>
          <a:endParaRPr lang="en-US"/>
        </a:p>
      </dgm:t>
    </dgm:pt>
    <dgm:pt modelId="{F4E1A17F-8F57-4A78-8895-7EC450B02344}" type="sibTrans" cxnId="{69CDBCC1-AC31-45D5-A229-5200219BDE30}">
      <dgm:prSet/>
      <dgm:spPr/>
      <dgm:t>
        <a:bodyPr/>
        <a:lstStyle/>
        <a:p>
          <a:endParaRPr lang="en-US"/>
        </a:p>
      </dgm:t>
    </dgm:pt>
    <dgm:pt modelId="{04FD2788-258D-4D6D-AC60-88A54C9BA37D}">
      <dgm:prSet/>
      <dgm:spPr/>
      <dgm:t>
        <a:bodyPr/>
        <a:lstStyle/>
        <a:p>
          <a:r>
            <a:rPr lang="en-US"/>
            <a:t>Operational goal: minimize false negatives (safety-critical)</a:t>
          </a:r>
        </a:p>
      </dgm:t>
    </dgm:pt>
    <dgm:pt modelId="{9879483F-F845-4FA1-A9A4-5B4947C8E21B}" type="parTrans" cxnId="{AA42FB2E-136D-40C0-8270-B21BC6D24129}">
      <dgm:prSet/>
      <dgm:spPr/>
      <dgm:t>
        <a:bodyPr/>
        <a:lstStyle/>
        <a:p>
          <a:endParaRPr lang="en-US"/>
        </a:p>
      </dgm:t>
    </dgm:pt>
    <dgm:pt modelId="{8930D268-8A77-45ED-82E4-FBF2C1833801}" type="sibTrans" cxnId="{AA42FB2E-136D-40C0-8270-B21BC6D24129}">
      <dgm:prSet/>
      <dgm:spPr/>
      <dgm:t>
        <a:bodyPr/>
        <a:lstStyle/>
        <a:p>
          <a:endParaRPr lang="en-US"/>
        </a:p>
      </dgm:t>
    </dgm:pt>
    <dgm:pt modelId="{CDC29B3A-2A76-418A-9A2F-586B4483DD37}">
      <dgm:prSet/>
      <dgm:spPr/>
      <dgm:t>
        <a:bodyPr/>
        <a:lstStyle/>
        <a:p>
          <a:r>
            <a:rPr lang="en-US"/>
            <a:t>Data source: US Accidents (Kaggle)</a:t>
          </a:r>
        </a:p>
      </dgm:t>
    </dgm:pt>
    <dgm:pt modelId="{4D4297C3-F633-4EDB-9615-9150FDB854FF}" type="parTrans" cxnId="{47873B0D-5701-411E-A980-05AF584C3001}">
      <dgm:prSet/>
      <dgm:spPr/>
      <dgm:t>
        <a:bodyPr/>
        <a:lstStyle/>
        <a:p>
          <a:endParaRPr lang="en-US"/>
        </a:p>
      </dgm:t>
    </dgm:pt>
    <dgm:pt modelId="{2530A971-EE45-4EB8-995A-2E409E4648D5}" type="sibTrans" cxnId="{47873B0D-5701-411E-A980-05AF584C3001}">
      <dgm:prSet/>
      <dgm:spPr/>
      <dgm:t>
        <a:bodyPr/>
        <a:lstStyle/>
        <a:p>
          <a:endParaRPr lang="en-US"/>
        </a:p>
      </dgm:t>
    </dgm:pt>
    <dgm:pt modelId="{394A3AE5-A849-4241-94C4-20596A861BCE}" type="pres">
      <dgm:prSet presAssocID="{C4CCF3D1-6115-40B6-95C6-156A010F0F1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B38D54-B0DC-504E-9347-DED188ACC434}" type="pres">
      <dgm:prSet presAssocID="{26A4EDB5-2670-4A39-BB56-49F63834D60F}" presName="hierRoot1" presStyleCnt="0"/>
      <dgm:spPr/>
    </dgm:pt>
    <dgm:pt modelId="{B946D1C2-EABB-4A42-A2E7-BB76242B0BD4}" type="pres">
      <dgm:prSet presAssocID="{26A4EDB5-2670-4A39-BB56-49F63834D60F}" presName="composite" presStyleCnt="0"/>
      <dgm:spPr/>
    </dgm:pt>
    <dgm:pt modelId="{A62E1014-6824-AA41-99BB-22064745FD82}" type="pres">
      <dgm:prSet presAssocID="{26A4EDB5-2670-4A39-BB56-49F63834D60F}" presName="background" presStyleLbl="node0" presStyleIdx="0" presStyleCnt="4"/>
      <dgm:spPr/>
    </dgm:pt>
    <dgm:pt modelId="{05E234FF-6F9E-B94B-B8A6-4ADB041C4048}" type="pres">
      <dgm:prSet presAssocID="{26A4EDB5-2670-4A39-BB56-49F63834D60F}" presName="text" presStyleLbl="fgAcc0" presStyleIdx="0" presStyleCnt="4">
        <dgm:presLayoutVars>
          <dgm:chPref val="3"/>
        </dgm:presLayoutVars>
      </dgm:prSet>
      <dgm:spPr/>
    </dgm:pt>
    <dgm:pt modelId="{BCB3C670-37DF-504C-A58A-0E03B948DBD1}" type="pres">
      <dgm:prSet presAssocID="{26A4EDB5-2670-4A39-BB56-49F63834D60F}" presName="hierChild2" presStyleCnt="0"/>
      <dgm:spPr/>
    </dgm:pt>
    <dgm:pt modelId="{BDD9F57F-1B74-C144-AA35-1E8A3F203874}" type="pres">
      <dgm:prSet presAssocID="{0663A53D-D486-48A3-BAAA-1D49E81BE2CF}" presName="hierRoot1" presStyleCnt="0"/>
      <dgm:spPr/>
    </dgm:pt>
    <dgm:pt modelId="{329033F4-3242-8046-9053-8D66DD0391A7}" type="pres">
      <dgm:prSet presAssocID="{0663A53D-D486-48A3-BAAA-1D49E81BE2CF}" presName="composite" presStyleCnt="0"/>
      <dgm:spPr/>
    </dgm:pt>
    <dgm:pt modelId="{74508E03-B142-AE42-8B7E-955825E12A32}" type="pres">
      <dgm:prSet presAssocID="{0663A53D-D486-48A3-BAAA-1D49E81BE2CF}" presName="background" presStyleLbl="node0" presStyleIdx="1" presStyleCnt="4"/>
      <dgm:spPr/>
    </dgm:pt>
    <dgm:pt modelId="{FE7485B6-1EAE-244B-AAF1-70BDB4835CD1}" type="pres">
      <dgm:prSet presAssocID="{0663A53D-D486-48A3-BAAA-1D49E81BE2CF}" presName="text" presStyleLbl="fgAcc0" presStyleIdx="1" presStyleCnt="4">
        <dgm:presLayoutVars>
          <dgm:chPref val="3"/>
        </dgm:presLayoutVars>
      </dgm:prSet>
      <dgm:spPr/>
    </dgm:pt>
    <dgm:pt modelId="{96F083AE-D07E-0047-A179-CEFECB2BA188}" type="pres">
      <dgm:prSet presAssocID="{0663A53D-D486-48A3-BAAA-1D49E81BE2CF}" presName="hierChild2" presStyleCnt="0"/>
      <dgm:spPr/>
    </dgm:pt>
    <dgm:pt modelId="{58B7CDB8-8F67-974A-8CEB-E13154B66F61}" type="pres">
      <dgm:prSet presAssocID="{04FD2788-258D-4D6D-AC60-88A54C9BA37D}" presName="hierRoot1" presStyleCnt="0"/>
      <dgm:spPr/>
    </dgm:pt>
    <dgm:pt modelId="{FD0884CE-4524-A344-AB90-140BA48027E9}" type="pres">
      <dgm:prSet presAssocID="{04FD2788-258D-4D6D-AC60-88A54C9BA37D}" presName="composite" presStyleCnt="0"/>
      <dgm:spPr/>
    </dgm:pt>
    <dgm:pt modelId="{BEE5CD73-E0A8-7947-BE18-EB1DAB0902A0}" type="pres">
      <dgm:prSet presAssocID="{04FD2788-258D-4D6D-AC60-88A54C9BA37D}" presName="background" presStyleLbl="node0" presStyleIdx="2" presStyleCnt="4"/>
      <dgm:spPr/>
    </dgm:pt>
    <dgm:pt modelId="{B037B87C-F566-1346-AC91-2C1D9107EDB4}" type="pres">
      <dgm:prSet presAssocID="{04FD2788-258D-4D6D-AC60-88A54C9BA37D}" presName="text" presStyleLbl="fgAcc0" presStyleIdx="2" presStyleCnt="4">
        <dgm:presLayoutVars>
          <dgm:chPref val="3"/>
        </dgm:presLayoutVars>
      </dgm:prSet>
      <dgm:spPr/>
    </dgm:pt>
    <dgm:pt modelId="{5F0F99F5-3506-CA4E-A080-EA2B861E7D62}" type="pres">
      <dgm:prSet presAssocID="{04FD2788-258D-4D6D-AC60-88A54C9BA37D}" presName="hierChild2" presStyleCnt="0"/>
      <dgm:spPr/>
    </dgm:pt>
    <dgm:pt modelId="{79E5AEBB-12A1-7B4A-9855-5EE2401B3B36}" type="pres">
      <dgm:prSet presAssocID="{CDC29B3A-2A76-418A-9A2F-586B4483DD37}" presName="hierRoot1" presStyleCnt="0"/>
      <dgm:spPr/>
    </dgm:pt>
    <dgm:pt modelId="{DFFBEDCA-A90D-1A4B-B889-1F04BFF87E8C}" type="pres">
      <dgm:prSet presAssocID="{CDC29B3A-2A76-418A-9A2F-586B4483DD37}" presName="composite" presStyleCnt="0"/>
      <dgm:spPr/>
    </dgm:pt>
    <dgm:pt modelId="{0D750B60-6F58-DB42-94F4-F4A7F83E1A0A}" type="pres">
      <dgm:prSet presAssocID="{CDC29B3A-2A76-418A-9A2F-586B4483DD37}" presName="background" presStyleLbl="node0" presStyleIdx="3" presStyleCnt="4"/>
      <dgm:spPr/>
    </dgm:pt>
    <dgm:pt modelId="{D61C95F4-1597-2248-A3A7-E578765F5940}" type="pres">
      <dgm:prSet presAssocID="{CDC29B3A-2A76-418A-9A2F-586B4483DD37}" presName="text" presStyleLbl="fgAcc0" presStyleIdx="3" presStyleCnt="4">
        <dgm:presLayoutVars>
          <dgm:chPref val="3"/>
        </dgm:presLayoutVars>
      </dgm:prSet>
      <dgm:spPr/>
    </dgm:pt>
    <dgm:pt modelId="{8253D687-1F1A-5C4F-8FD0-70CA273722DB}" type="pres">
      <dgm:prSet presAssocID="{CDC29B3A-2A76-418A-9A2F-586B4483DD37}" presName="hierChild2" presStyleCnt="0"/>
      <dgm:spPr/>
    </dgm:pt>
  </dgm:ptLst>
  <dgm:cxnLst>
    <dgm:cxn modelId="{89510F0D-92D3-3442-A118-3D1D20217D61}" type="presOf" srcId="{C4CCF3D1-6115-40B6-95C6-156A010F0F15}" destId="{394A3AE5-A849-4241-94C4-20596A861BCE}" srcOrd="0" destOrd="0" presId="urn:microsoft.com/office/officeart/2005/8/layout/hierarchy1"/>
    <dgm:cxn modelId="{47873B0D-5701-411E-A980-05AF584C3001}" srcId="{C4CCF3D1-6115-40B6-95C6-156A010F0F15}" destId="{CDC29B3A-2A76-418A-9A2F-586B4483DD37}" srcOrd="3" destOrd="0" parTransId="{4D4297C3-F633-4EDB-9615-9150FDB854FF}" sibTransId="{2530A971-EE45-4EB8-995A-2E409E4648D5}"/>
    <dgm:cxn modelId="{C9D58318-2298-2543-A8E7-C19B96EE4018}" type="presOf" srcId="{26A4EDB5-2670-4A39-BB56-49F63834D60F}" destId="{05E234FF-6F9E-B94B-B8A6-4ADB041C4048}" srcOrd="0" destOrd="0" presId="urn:microsoft.com/office/officeart/2005/8/layout/hierarchy1"/>
    <dgm:cxn modelId="{6BC05A29-32F1-4943-99E0-7AE259A12027}" type="presOf" srcId="{CDC29B3A-2A76-418A-9A2F-586B4483DD37}" destId="{D61C95F4-1597-2248-A3A7-E578765F5940}" srcOrd="0" destOrd="0" presId="urn:microsoft.com/office/officeart/2005/8/layout/hierarchy1"/>
    <dgm:cxn modelId="{AA42FB2E-136D-40C0-8270-B21BC6D24129}" srcId="{C4CCF3D1-6115-40B6-95C6-156A010F0F15}" destId="{04FD2788-258D-4D6D-AC60-88A54C9BA37D}" srcOrd="2" destOrd="0" parTransId="{9879483F-F845-4FA1-A9A4-5B4947C8E21B}" sibTransId="{8930D268-8A77-45ED-82E4-FBF2C1833801}"/>
    <dgm:cxn modelId="{929CE531-6C95-7F47-A42C-15F22821920D}" type="presOf" srcId="{04FD2788-258D-4D6D-AC60-88A54C9BA37D}" destId="{B037B87C-F566-1346-AC91-2C1D9107EDB4}" srcOrd="0" destOrd="0" presId="urn:microsoft.com/office/officeart/2005/8/layout/hierarchy1"/>
    <dgm:cxn modelId="{D340C0AD-642D-3646-BC10-39D098067208}" type="presOf" srcId="{0663A53D-D486-48A3-BAAA-1D49E81BE2CF}" destId="{FE7485B6-1EAE-244B-AAF1-70BDB4835CD1}" srcOrd="0" destOrd="0" presId="urn:microsoft.com/office/officeart/2005/8/layout/hierarchy1"/>
    <dgm:cxn modelId="{69CDBCC1-AC31-45D5-A229-5200219BDE30}" srcId="{C4CCF3D1-6115-40B6-95C6-156A010F0F15}" destId="{0663A53D-D486-48A3-BAAA-1D49E81BE2CF}" srcOrd="1" destOrd="0" parTransId="{07DD7CFF-FC63-40F7-9CEC-BAE7E9697DAF}" sibTransId="{F4E1A17F-8F57-4A78-8895-7EC450B02344}"/>
    <dgm:cxn modelId="{BA56B2D6-9C19-44FF-9AE0-15E8B08186EF}" srcId="{C4CCF3D1-6115-40B6-95C6-156A010F0F15}" destId="{26A4EDB5-2670-4A39-BB56-49F63834D60F}" srcOrd="0" destOrd="0" parTransId="{9D41C8AA-264E-4203-BB99-0BB636B60F27}" sibTransId="{A7C7E546-690D-44AB-BADD-4857A4D4A865}"/>
    <dgm:cxn modelId="{45166418-7544-8A4A-935D-C8D0378D9F91}" type="presParOf" srcId="{394A3AE5-A849-4241-94C4-20596A861BCE}" destId="{AAB38D54-B0DC-504E-9347-DED188ACC434}" srcOrd="0" destOrd="0" presId="urn:microsoft.com/office/officeart/2005/8/layout/hierarchy1"/>
    <dgm:cxn modelId="{AC94937F-801B-A24E-B521-17F58825856A}" type="presParOf" srcId="{AAB38D54-B0DC-504E-9347-DED188ACC434}" destId="{B946D1C2-EABB-4A42-A2E7-BB76242B0BD4}" srcOrd="0" destOrd="0" presId="urn:microsoft.com/office/officeart/2005/8/layout/hierarchy1"/>
    <dgm:cxn modelId="{EB2666D9-7024-954D-A43D-31C844AB0103}" type="presParOf" srcId="{B946D1C2-EABB-4A42-A2E7-BB76242B0BD4}" destId="{A62E1014-6824-AA41-99BB-22064745FD82}" srcOrd="0" destOrd="0" presId="urn:microsoft.com/office/officeart/2005/8/layout/hierarchy1"/>
    <dgm:cxn modelId="{A00B1513-9A12-2744-B7D0-229D89F84984}" type="presParOf" srcId="{B946D1C2-EABB-4A42-A2E7-BB76242B0BD4}" destId="{05E234FF-6F9E-B94B-B8A6-4ADB041C4048}" srcOrd="1" destOrd="0" presId="urn:microsoft.com/office/officeart/2005/8/layout/hierarchy1"/>
    <dgm:cxn modelId="{4928B2EA-FE44-734F-810E-A13244CC069F}" type="presParOf" srcId="{AAB38D54-B0DC-504E-9347-DED188ACC434}" destId="{BCB3C670-37DF-504C-A58A-0E03B948DBD1}" srcOrd="1" destOrd="0" presId="urn:microsoft.com/office/officeart/2005/8/layout/hierarchy1"/>
    <dgm:cxn modelId="{B83F1E0F-5F90-6243-A2E9-9E0860EB31D2}" type="presParOf" srcId="{394A3AE5-A849-4241-94C4-20596A861BCE}" destId="{BDD9F57F-1B74-C144-AA35-1E8A3F203874}" srcOrd="1" destOrd="0" presId="urn:microsoft.com/office/officeart/2005/8/layout/hierarchy1"/>
    <dgm:cxn modelId="{52040F71-1972-B740-950C-1C424D35AA9A}" type="presParOf" srcId="{BDD9F57F-1B74-C144-AA35-1E8A3F203874}" destId="{329033F4-3242-8046-9053-8D66DD0391A7}" srcOrd="0" destOrd="0" presId="urn:microsoft.com/office/officeart/2005/8/layout/hierarchy1"/>
    <dgm:cxn modelId="{7266C1D1-A7D0-1447-8D2F-4F0357A5FE5D}" type="presParOf" srcId="{329033F4-3242-8046-9053-8D66DD0391A7}" destId="{74508E03-B142-AE42-8B7E-955825E12A32}" srcOrd="0" destOrd="0" presId="urn:microsoft.com/office/officeart/2005/8/layout/hierarchy1"/>
    <dgm:cxn modelId="{9DBC08B7-5B9B-1E46-AC2D-6610BF00F6A5}" type="presParOf" srcId="{329033F4-3242-8046-9053-8D66DD0391A7}" destId="{FE7485B6-1EAE-244B-AAF1-70BDB4835CD1}" srcOrd="1" destOrd="0" presId="urn:microsoft.com/office/officeart/2005/8/layout/hierarchy1"/>
    <dgm:cxn modelId="{D76B9DB6-7B52-DD45-AE7B-6030C1C492DF}" type="presParOf" srcId="{BDD9F57F-1B74-C144-AA35-1E8A3F203874}" destId="{96F083AE-D07E-0047-A179-CEFECB2BA188}" srcOrd="1" destOrd="0" presId="urn:microsoft.com/office/officeart/2005/8/layout/hierarchy1"/>
    <dgm:cxn modelId="{3EFBEEC5-33F0-0B48-ACE6-FAC436592099}" type="presParOf" srcId="{394A3AE5-A849-4241-94C4-20596A861BCE}" destId="{58B7CDB8-8F67-974A-8CEB-E13154B66F61}" srcOrd="2" destOrd="0" presId="urn:microsoft.com/office/officeart/2005/8/layout/hierarchy1"/>
    <dgm:cxn modelId="{8FC0417B-F3C8-774C-A54B-BF7C6FF2665F}" type="presParOf" srcId="{58B7CDB8-8F67-974A-8CEB-E13154B66F61}" destId="{FD0884CE-4524-A344-AB90-140BA48027E9}" srcOrd="0" destOrd="0" presId="urn:microsoft.com/office/officeart/2005/8/layout/hierarchy1"/>
    <dgm:cxn modelId="{FB08C683-36C5-8D47-81BF-4D2AAB01657C}" type="presParOf" srcId="{FD0884CE-4524-A344-AB90-140BA48027E9}" destId="{BEE5CD73-E0A8-7947-BE18-EB1DAB0902A0}" srcOrd="0" destOrd="0" presId="urn:microsoft.com/office/officeart/2005/8/layout/hierarchy1"/>
    <dgm:cxn modelId="{3E10F797-6F46-B04E-BC95-3B8D4745D7C5}" type="presParOf" srcId="{FD0884CE-4524-A344-AB90-140BA48027E9}" destId="{B037B87C-F566-1346-AC91-2C1D9107EDB4}" srcOrd="1" destOrd="0" presId="urn:microsoft.com/office/officeart/2005/8/layout/hierarchy1"/>
    <dgm:cxn modelId="{012F3BE7-333D-044D-9A07-80918B38AB19}" type="presParOf" srcId="{58B7CDB8-8F67-974A-8CEB-E13154B66F61}" destId="{5F0F99F5-3506-CA4E-A080-EA2B861E7D62}" srcOrd="1" destOrd="0" presId="urn:microsoft.com/office/officeart/2005/8/layout/hierarchy1"/>
    <dgm:cxn modelId="{ADAAC6E5-5BD3-694F-A12E-EDA76A1C6CF2}" type="presParOf" srcId="{394A3AE5-A849-4241-94C4-20596A861BCE}" destId="{79E5AEBB-12A1-7B4A-9855-5EE2401B3B36}" srcOrd="3" destOrd="0" presId="urn:microsoft.com/office/officeart/2005/8/layout/hierarchy1"/>
    <dgm:cxn modelId="{A4617C93-4615-1D43-83DB-F4A74AE0C9A0}" type="presParOf" srcId="{79E5AEBB-12A1-7B4A-9855-5EE2401B3B36}" destId="{DFFBEDCA-A90D-1A4B-B889-1F04BFF87E8C}" srcOrd="0" destOrd="0" presId="urn:microsoft.com/office/officeart/2005/8/layout/hierarchy1"/>
    <dgm:cxn modelId="{E3801780-3854-1846-A765-68ED08927C1D}" type="presParOf" srcId="{DFFBEDCA-A90D-1A4B-B889-1F04BFF87E8C}" destId="{0D750B60-6F58-DB42-94F4-F4A7F83E1A0A}" srcOrd="0" destOrd="0" presId="urn:microsoft.com/office/officeart/2005/8/layout/hierarchy1"/>
    <dgm:cxn modelId="{253307D5-8C11-6D4E-BB85-9B6E4402FF49}" type="presParOf" srcId="{DFFBEDCA-A90D-1A4B-B889-1F04BFF87E8C}" destId="{D61C95F4-1597-2248-A3A7-E578765F5940}" srcOrd="1" destOrd="0" presId="urn:microsoft.com/office/officeart/2005/8/layout/hierarchy1"/>
    <dgm:cxn modelId="{A89783AD-3AF5-044A-8E7C-2F3366F80FD4}" type="presParOf" srcId="{79E5AEBB-12A1-7B4A-9855-5EE2401B3B36}" destId="{8253D687-1F1A-5C4F-8FD0-70CA273722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822212-7B0D-4298-9B50-19BDAB7057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F34378-BE76-4026-B4A5-B2F6A31C9370}">
      <dgm:prSet/>
      <dgm:spPr/>
      <dgm:t>
        <a:bodyPr/>
        <a:lstStyle/>
        <a:p>
          <a:r>
            <a:rPr lang="en-US"/>
            <a:t>Colab environment; Google Drive mounted</a:t>
          </a:r>
        </a:p>
      </dgm:t>
    </dgm:pt>
    <dgm:pt modelId="{A75CD6C5-812B-4533-92FA-06C2C5793A65}" type="parTrans" cxnId="{420AB355-8982-4EB5-A8F8-56BCC4553864}">
      <dgm:prSet/>
      <dgm:spPr/>
      <dgm:t>
        <a:bodyPr/>
        <a:lstStyle/>
        <a:p>
          <a:endParaRPr lang="en-US"/>
        </a:p>
      </dgm:t>
    </dgm:pt>
    <dgm:pt modelId="{3721D40F-7906-4462-812E-857BB18DDBFC}" type="sibTrans" cxnId="{420AB355-8982-4EB5-A8F8-56BCC4553864}">
      <dgm:prSet/>
      <dgm:spPr/>
      <dgm:t>
        <a:bodyPr/>
        <a:lstStyle/>
        <a:p>
          <a:endParaRPr lang="en-US"/>
        </a:p>
      </dgm:t>
    </dgm:pt>
    <dgm:pt modelId="{FC57862E-ABAB-42B3-9CE6-70F9CCE09AC1}">
      <dgm:prSet/>
      <dgm:spPr/>
      <dgm:t>
        <a:bodyPr/>
        <a:lstStyle/>
        <a:p>
          <a:r>
            <a:rPr lang="en-US"/>
            <a:t>Paths defined for raw/interim/processed/artifacts</a:t>
          </a:r>
        </a:p>
      </dgm:t>
    </dgm:pt>
    <dgm:pt modelId="{412C224B-34D8-4DF5-92D4-DEAA339E5E7F}" type="parTrans" cxnId="{843086B1-BB24-4954-9784-3436570FA556}">
      <dgm:prSet/>
      <dgm:spPr/>
      <dgm:t>
        <a:bodyPr/>
        <a:lstStyle/>
        <a:p>
          <a:endParaRPr lang="en-US"/>
        </a:p>
      </dgm:t>
    </dgm:pt>
    <dgm:pt modelId="{F9956962-B888-423A-B758-76E2231B63AD}" type="sibTrans" cxnId="{843086B1-BB24-4954-9784-3436570FA556}">
      <dgm:prSet/>
      <dgm:spPr/>
      <dgm:t>
        <a:bodyPr/>
        <a:lstStyle/>
        <a:p>
          <a:endParaRPr lang="en-US"/>
        </a:p>
      </dgm:t>
    </dgm:pt>
    <dgm:pt modelId="{539BD93C-0B7B-4867-87A1-45EDFA0B11E9}">
      <dgm:prSet/>
      <dgm:spPr/>
      <dgm:t>
        <a:bodyPr/>
        <a:lstStyle/>
        <a:p>
          <a:r>
            <a:rPr lang="en-US"/>
            <a:t>Primary dataset: US_Accidents_March23.csv</a:t>
          </a:r>
        </a:p>
      </dgm:t>
    </dgm:pt>
    <dgm:pt modelId="{6572F0A0-9684-4A16-8B2D-A1B59386C116}" type="parTrans" cxnId="{51A23A5A-DD5D-455C-B3A8-1F9A8B54C326}">
      <dgm:prSet/>
      <dgm:spPr/>
      <dgm:t>
        <a:bodyPr/>
        <a:lstStyle/>
        <a:p>
          <a:endParaRPr lang="en-US"/>
        </a:p>
      </dgm:t>
    </dgm:pt>
    <dgm:pt modelId="{4B42C790-0398-4E2B-B44E-1DCE453BBD9E}" type="sibTrans" cxnId="{51A23A5A-DD5D-455C-B3A8-1F9A8B54C326}">
      <dgm:prSet/>
      <dgm:spPr/>
      <dgm:t>
        <a:bodyPr/>
        <a:lstStyle/>
        <a:p>
          <a:endParaRPr lang="en-US"/>
        </a:p>
      </dgm:t>
    </dgm:pt>
    <dgm:pt modelId="{867DB46A-095B-4DF4-8743-2AAE91CEB274}">
      <dgm:prSet/>
      <dgm:spPr/>
      <dgm:t>
        <a:bodyPr/>
        <a:lstStyle/>
        <a:p>
          <a:r>
            <a:rPr lang="en-US"/>
            <a:t>DuckDB used for scalable querying and Parquet export</a:t>
          </a:r>
        </a:p>
      </dgm:t>
    </dgm:pt>
    <dgm:pt modelId="{B2DE16B4-4A3A-4C2F-A694-91389A340D49}" type="parTrans" cxnId="{21CD4436-C457-4C60-A111-8C37F1F2147C}">
      <dgm:prSet/>
      <dgm:spPr/>
      <dgm:t>
        <a:bodyPr/>
        <a:lstStyle/>
        <a:p>
          <a:endParaRPr lang="en-US"/>
        </a:p>
      </dgm:t>
    </dgm:pt>
    <dgm:pt modelId="{DEE99506-1D80-4C08-84B9-B3ADE3888BC4}" type="sibTrans" cxnId="{21CD4436-C457-4C60-A111-8C37F1F2147C}">
      <dgm:prSet/>
      <dgm:spPr/>
      <dgm:t>
        <a:bodyPr/>
        <a:lstStyle/>
        <a:p>
          <a:endParaRPr lang="en-US"/>
        </a:p>
      </dgm:t>
    </dgm:pt>
    <dgm:pt modelId="{3CE9078D-FAE1-4268-903A-B64E77D4B9AF}" type="pres">
      <dgm:prSet presAssocID="{56822212-7B0D-4298-9B50-19BDAB705757}" presName="root" presStyleCnt="0">
        <dgm:presLayoutVars>
          <dgm:dir/>
          <dgm:resizeHandles val="exact"/>
        </dgm:presLayoutVars>
      </dgm:prSet>
      <dgm:spPr/>
    </dgm:pt>
    <dgm:pt modelId="{7A6A41BA-A321-4722-8005-BE51224063DE}" type="pres">
      <dgm:prSet presAssocID="{7EF34378-BE76-4026-B4A5-B2F6A31C9370}" presName="compNode" presStyleCnt="0"/>
      <dgm:spPr/>
    </dgm:pt>
    <dgm:pt modelId="{01CAD955-203D-4E14-83C9-49826F77E6D3}" type="pres">
      <dgm:prSet presAssocID="{7EF34378-BE76-4026-B4A5-B2F6A31C9370}" presName="bgRect" presStyleLbl="bgShp" presStyleIdx="0" presStyleCnt="4"/>
      <dgm:spPr/>
    </dgm:pt>
    <dgm:pt modelId="{174EFF14-42E5-4CE9-BA23-54F5491F92A3}" type="pres">
      <dgm:prSet presAssocID="{7EF34378-BE76-4026-B4A5-B2F6A31C937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4555967-0D97-4C76-AB89-72EE84B1298D}" type="pres">
      <dgm:prSet presAssocID="{7EF34378-BE76-4026-B4A5-B2F6A31C9370}" presName="spaceRect" presStyleCnt="0"/>
      <dgm:spPr/>
    </dgm:pt>
    <dgm:pt modelId="{FF968621-7EE1-491A-A14B-3C56F27DFCC5}" type="pres">
      <dgm:prSet presAssocID="{7EF34378-BE76-4026-B4A5-B2F6A31C9370}" presName="parTx" presStyleLbl="revTx" presStyleIdx="0" presStyleCnt="4">
        <dgm:presLayoutVars>
          <dgm:chMax val="0"/>
          <dgm:chPref val="0"/>
        </dgm:presLayoutVars>
      </dgm:prSet>
      <dgm:spPr/>
    </dgm:pt>
    <dgm:pt modelId="{26B48EC0-F34C-4195-AE1C-F15CC9CDC08A}" type="pres">
      <dgm:prSet presAssocID="{3721D40F-7906-4462-812E-857BB18DDBFC}" presName="sibTrans" presStyleCnt="0"/>
      <dgm:spPr/>
    </dgm:pt>
    <dgm:pt modelId="{81C04CBC-BC1C-4EF9-B8DA-DF36E60180F2}" type="pres">
      <dgm:prSet presAssocID="{FC57862E-ABAB-42B3-9CE6-70F9CCE09AC1}" presName="compNode" presStyleCnt="0"/>
      <dgm:spPr/>
    </dgm:pt>
    <dgm:pt modelId="{6BBFC5A2-3C82-4A7C-BDB8-54674F5338C6}" type="pres">
      <dgm:prSet presAssocID="{FC57862E-ABAB-42B3-9CE6-70F9CCE09AC1}" presName="bgRect" presStyleLbl="bgShp" presStyleIdx="1" presStyleCnt="4"/>
      <dgm:spPr/>
    </dgm:pt>
    <dgm:pt modelId="{5EEBEF38-3755-4461-B2F4-CDC8CA8757E7}" type="pres">
      <dgm:prSet presAssocID="{FC57862E-ABAB-42B3-9CE6-70F9CCE09AC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659481-6957-42B4-893D-6241B19519F4}" type="pres">
      <dgm:prSet presAssocID="{FC57862E-ABAB-42B3-9CE6-70F9CCE09AC1}" presName="spaceRect" presStyleCnt="0"/>
      <dgm:spPr/>
    </dgm:pt>
    <dgm:pt modelId="{F8B8859A-6D54-4689-BE01-E3DB215E76C2}" type="pres">
      <dgm:prSet presAssocID="{FC57862E-ABAB-42B3-9CE6-70F9CCE09AC1}" presName="parTx" presStyleLbl="revTx" presStyleIdx="1" presStyleCnt="4">
        <dgm:presLayoutVars>
          <dgm:chMax val="0"/>
          <dgm:chPref val="0"/>
        </dgm:presLayoutVars>
      </dgm:prSet>
      <dgm:spPr/>
    </dgm:pt>
    <dgm:pt modelId="{D47AF2CA-11E3-4C83-853F-464E77CA6A0A}" type="pres">
      <dgm:prSet presAssocID="{F9956962-B888-423A-B758-76E2231B63AD}" presName="sibTrans" presStyleCnt="0"/>
      <dgm:spPr/>
    </dgm:pt>
    <dgm:pt modelId="{E9CA9CC9-4559-4CF6-9475-629463961CD9}" type="pres">
      <dgm:prSet presAssocID="{539BD93C-0B7B-4867-87A1-45EDFA0B11E9}" presName="compNode" presStyleCnt="0"/>
      <dgm:spPr/>
    </dgm:pt>
    <dgm:pt modelId="{1BFFA404-0EFD-461D-A5F4-2535D14E4573}" type="pres">
      <dgm:prSet presAssocID="{539BD93C-0B7B-4867-87A1-45EDFA0B11E9}" presName="bgRect" presStyleLbl="bgShp" presStyleIdx="2" presStyleCnt="4"/>
      <dgm:spPr/>
    </dgm:pt>
    <dgm:pt modelId="{2B46055B-B0D2-486B-96B7-4A40050158A1}" type="pres">
      <dgm:prSet presAssocID="{539BD93C-0B7B-4867-87A1-45EDFA0B11E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5E2B63-DD78-42FE-8337-4E94BC6D1F39}" type="pres">
      <dgm:prSet presAssocID="{539BD93C-0B7B-4867-87A1-45EDFA0B11E9}" presName="spaceRect" presStyleCnt="0"/>
      <dgm:spPr/>
    </dgm:pt>
    <dgm:pt modelId="{0360E7AC-0E0E-473C-AA68-1CC83E92ABA8}" type="pres">
      <dgm:prSet presAssocID="{539BD93C-0B7B-4867-87A1-45EDFA0B11E9}" presName="parTx" presStyleLbl="revTx" presStyleIdx="2" presStyleCnt="4">
        <dgm:presLayoutVars>
          <dgm:chMax val="0"/>
          <dgm:chPref val="0"/>
        </dgm:presLayoutVars>
      </dgm:prSet>
      <dgm:spPr/>
    </dgm:pt>
    <dgm:pt modelId="{9C64A83C-75A7-48C0-A102-2A2AFD96473A}" type="pres">
      <dgm:prSet presAssocID="{4B42C790-0398-4E2B-B44E-1DCE453BBD9E}" presName="sibTrans" presStyleCnt="0"/>
      <dgm:spPr/>
    </dgm:pt>
    <dgm:pt modelId="{DEFB4D2E-7F11-4739-B1AC-B15CA197C2B9}" type="pres">
      <dgm:prSet presAssocID="{867DB46A-095B-4DF4-8743-2AAE91CEB274}" presName="compNode" presStyleCnt="0"/>
      <dgm:spPr/>
    </dgm:pt>
    <dgm:pt modelId="{0B5E96B7-6566-49B9-B8F7-ED6A6D6A46FC}" type="pres">
      <dgm:prSet presAssocID="{867DB46A-095B-4DF4-8743-2AAE91CEB274}" presName="bgRect" presStyleLbl="bgShp" presStyleIdx="3" presStyleCnt="4"/>
      <dgm:spPr/>
    </dgm:pt>
    <dgm:pt modelId="{96FA2EE5-3F7A-4711-BBFD-DBE103164214}" type="pres">
      <dgm:prSet presAssocID="{867DB46A-095B-4DF4-8743-2AAE91CEB27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85CB859-6BA8-45E8-ACF9-A06067D3DC8B}" type="pres">
      <dgm:prSet presAssocID="{867DB46A-095B-4DF4-8743-2AAE91CEB274}" presName="spaceRect" presStyleCnt="0"/>
      <dgm:spPr/>
    </dgm:pt>
    <dgm:pt modelId="{37BDAA78-F53D-497B-B90E-CEB44A9102B3}" type="pres">
      <dgm:prSet presAssocID="{867DB46A-095B-4DF4-8743-2AAE91CEB27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D614F18-D222-43FA-9CD9-96083F3AA3F1}" type="presOf" srcId="{FC57862E-ABAB-42B3-9CE6-70F9CCE09AC1}" destId="{F8B8859A-6D54-4689-BE01-E3DB215E76C2}" srcOrd="0" destOrd="0" presId="urn:microsoft.com/office/officeart/2018/2/layout/IconVerticalSolidList"/>
    <dgm:cxn modelId="{49DD8D34-56D9-4182-B0C1-2C27635E05E8}" type="presOf" srcId="{56822212-7B0D-4298-9B50-19BDAB705757}" destId="{3CE9078D-FAE1-4268-903A-B64E77D4B9AF}" srcOrd="0" destOrd="0" presId="urn:microsoft.com/office/officeart/2018/2/layout/IconVerticalSolidList"/>
    <dgm:cxn modelId="{21CD4436-C457-4C60-A111-8C37F1F2147C}" srcId="{56822212-7B0D-4298-9B50-19BDAB705757}" destId="{867DB46A-095B-4DF4-8743-2AAE91CEB274}" srcOrd="3" destOrd="0" parTransId="{B2DE16B4-4A3A-4C2F-A694-91389A340D49}" sibTransId="{DEE99506-1D80-4C08-84B9-B3ADE3888BC4}"/>
    <dgm:cxn modelId="{420AB355-8982-4EB5-A8F8-56BCC4553864}" srcId="{56822212-7B0D-4298-9B50-19BDAB705757}" destId="{7EF34378-BE76-4026-B4A5-B2F6A31C9370}" srcOrd="0" destOrd="0" parTransId="{A75CD6C5-812B-4533-92FA-06C2C5793A65}" sibTransId="{3721D40F-7906-4462-812E-857BB18DDBFC}"/>
    <dgm:cxn modelId="{51A23A5A-DD5D-455C-B3A8-1F9A8B54C326}" srcId="{56822212-7B0D-4298-9B50-19BDAB705757}" destId="{539BD93C-0B7B-4867-87A1-45EDFA0B11E9}" srcOrd="2" destOrd="0" parTransId="{6572F0A0-9684-4A16-8B2D-A1B59386C116}" sibTransId="{4B42C790-0398-4E2B-B44E-1DCE453BBD9E}"/>
    <dgm:cxn modelId="{F3AC7781-17B2-4CAA-9FFD-7266370B22C6}" type="presOf" srcId="{7EF34378-BE76-4026-B4A5-B2F6A31C9370}" destId="{FF968621-7EE1-491A-A14B-3C56F27DFCC5}" srcOrd="0" destOrd="0" presId="urn:microsoft.com/office/officeart/2018/2/layout/IconVerticalSolidList"/>
    <dgm:cxn modelId="{843086B1-BB24-4954-9784-3436570FA556}" srcId="{56822212-7B0D-4298-9B50-19BDAB705757}" destId="{FC57862E-ABAB-42B3-9CE6-70F9CCE09AC1}" srcOrd="1" destOrd="0" parTransId="{412C224B-34D8-4DF5-92D4-DEAA339E5E7F}" sibTransId="{F9956962-B888-423A-B758-76E2231B63AD}"/>
    <dgm:cxn modelId="{BADD3CBF-1E6E-4DB7-ACAD-0B8EDE5E4D4C}" type="presOf" srcId="{867DB46A-095B-4DF4-8743-2AAE91CEB274}" destId="{37BDAA78-F53D-497B-B90E-CEB44A9102B3}" srcOrd="0" destOrd="0" presId="urn:microsoft.com/office/officeart/2018/2/layout/IconVerticalSolidList"/>
    <dgm:cxn modelId="{109CCACC-B36E-4204-BB90-4FD2BF39495F}" type="presOf" srcId="{539BD93C-0B7B-4867-87A1-45EDFA0B11E9}" destId="{0360E7AC-0E0E-473C-AA68-1CC83E92ABA8}" srcOrd="0" destOrd="0" presId="urn:microsoft.com/office/officeart/2018/2/layout/IconVerticalSolidList"/>
    <dgm:cxn modelId="{F4FC6D48-2E98-4DED-9CD1-2A8E3A20342D}" type="presParOf" srcId="{3CE9078D-FAE1-4268-903A-B64E77D4B9AF}" destId="{7A6A41BA-A321-4722-8005-BE51224063DE}" srcOrd="0" destOrd="0" presId="urn:microsoft.com/office/officeart/2018/2/layout/IconVerticalSolidList"/>
    <dgm:cxn modelId="{9272BA48-382B-411E-AD46-7B7B9850FF5B}" type="presParOf" srcId="{7A6A41BA-A321-4722-8005-BE51224063DE}" destId="{01CAD955-203D-4E14-83C9-49826F77E6D3}" srcOrd="0" destOrd="0" presId="urn:microsoft.com/office/officeart/2018/2/layout/IconVerticalSolidList"/>
    <dgm:cxn modelId="{6495709A-9933-45C5-82DF-A6A68E6804B1}" type="presParOf" srcId="{7A6A41BA-A321-4722-8005-BE51224063DE}" destId="{174EFF14-42E5-4CE9-BA23-54F5491F92A3}" srcOrd="1" destOrd="0" presId="urn:microsoft.com/office/officeart/2018/2/layout/IconVerticalSolidList"/>
    <dgm:cxn modelId="{4E04D6D3-DE91-4FC3-BB0E-13D84BCD62BD}" type="presParOf" srcId="{7A6A41BA-A321-4722-8005-BE51224063DE}" destId="{14555967-0D97-4C76-AB89-72EE84B1298D}" srcOrd="2" destOrd="0" presId="urn:microsoft.com/office/officeart/2018/2/layout/IconVerticalSolidList"/>
    <dgm:cxn modelId="{6433E7A9-5FC9-4B21-A145-03594A09E5C1}" type="presParOf" srcId="{7A6A41BA-A321-4722-8005-BE51224063DE}" destId="{FF968621-7EE1-491A-A14B-3C56F27DFCC5}" srcOrd="3" destOrd="0" presId="urn:microsoft.com/office/officeart/2018/2/layout/IconVerticalSolidList"/>
    <dgm:cxn modelId="{78203CF4-7BBB-4BE6-B605-1E261B2E85EC}" type="presParOf" srcId="{3CE9078D-FAE1-4268-903A-B64E77D4B9AF}" destId="{26B48EC0-F34C-4195-AE1C-F15CC9CDC08A}" srcOrd="1" destOrd="0" presId="urn:microsoft.com/office/officeart/2018/2/layout/IconVerticalSolidList"/>
    <dgm:cxn modelId="{AA8E79DC-6671-4807-A196-D66E07A9CED6}" type="presParOf" srcId="{3CE9078D-FAE1-4268-903A-B64E77D4B9AF}" destId="{81C04CBC-BC1C-4EF9-B8DA-DF36E60180F2}" srcOrd="2" destOrd="0" presId="urn:microsoft.com/office/officeart/2018/2/layout/IconVerticalSolidList"/>
    <dgm:cxn modelId="{3232859A-0A1D-4241-900C-6D818440194E}" type="presParOf" srcId="{81C04CBC-BC1C-4EF9-B8DA-DF36E60180F2}" destId="{6BBFC5A2-3C82-4A7C-BDB8-54674F5338C6}" srcOrd="0" destOrd="0" presId="urn:microsoft.com/office/officeart/2018/2/layout/IconVerticalSolidList"/>
    <dgm:cxn modelId="{EFEF5982-DAA2-4BFA-A36F-C19146009575}" type="presParOf" srcId="{81C04CBC-BC1C-4EF9-B8DA-DF36E60180F2}" destId="{5EEBEF38-3755-4461-B2F4-CDC8CA8757E7}" srcOrd="1" destOrd="0" presId="urn:microsoft.com/office/officeart/2018/2/layout/IconVerticalSolidList"/>
    <dgm:cxn modelId="{9364537A-DE56-47D6-A388-5F9C49162212}" type="presParOf" srcId="{81C04CBC-BC1C-4EF9-B8DA-DF36E60180F2}" destId="{A6659481-6957-42B4-893D-6241B19519F4}" srcOrd="2" destOrd="0" presId="urn:microsoft.com/office/officeart/2018/2/layout/IconVerticalSolidList"/>
    <dgm:cxn modelId="{9792B9C0-C8C3-4A74-A52C-B935A1B45AAE}" type="presParOf" srcId="{81C04CBC-BC1C-4EF9-B8DA-DF36E60180F2}" destId="{F8B8859A-6D54-4689-BE01-E3DB215E76C2}" srcOrd="3" destOrd="0" presId="urn:microsoft.com/office/officeart/2018/2/layout/IconVerticalSolidList"/>
    <dgm:cxn modelId="{2AB84A0B-438F-45E8-9EC6-20B912BD5CAB}" type="presParOf" srcId="{3CE9078D-FAE1-4268-903A-B64E77D4B9AF}" destId="{D47AF2CA-11E3-4C83-853F-464E77CA6A0A}" srcOrd="3" destOrd="0" presId="urn:microsoft.com/office/officeart/2018/2/layout/IconVerticalSolidList"/>
    <dgm:cxn modelId="{90AD5079-FD43-45CD-8F46-A61C358BE660}" type="presParOf" srcId="{3CE9078D-FAE1-4268-903A-B64E77D4B9AF}" destId="{E9CA9CC9-4559-4CF6-9475-629463961CD9}" srcOrd="4" destOrd="0" presId="urn:microsoft.com/office/officeart/2018/2/layout/IconVerticalSolidList"/>
    <dgm:cxn modelId="{7CBE92FE-B73C-480A-83A3-20775EA6FEF4}" type="presParOf" srcId="{E9CA9CC9-4559-4CF6-9475-629463961CD9}" destId="{1BFFA404-0EFD-461D-A5F4-2535D14E4573}" srcOrd="0" destOrd="0" presId="urn:microsoft.com/office/officeart/2018/2/layout/IconVerticalSolidList"/>
    <dgm:cxn modelId="{F8C1DC49-CA78-4345-9073-00A1EC17A164}" type="presParOf" srcId="{E9CA9CC9-4559-4CF6-9475-629463961CD9}" destId="{2B46055B-B0D2-486B-96B7-4A40050158A1}" srcOrd="1" destOrd="0" presId="urn:microsoft.com/office/officeart/2018/2/layout/IconVerticalSolidList"/>
    <dgm:cxn modelId="{C267A73D-4D28-489C-9035-9357EA0EE457}" type="presParOf" srcId="{E9CA9CC9-4559-4CF6-9475-629463961CD9}" destId="{7E5E2B63-DD78-42FE-8337-4E94BC6D1F39}" srcOrd="2" destOrd="0" presId="urn:microsoft.com/office/officeart/2018/2/layout/IconVerticalSolidList"/>
    <dgm:cxn modelId="{3FD3671D-BF9A-49A6-8536-0643AC698AB8}" type="presParOf" srcId="{E9CA9CC9-4559-4CF6-9475-629463961CD9}" destId="{0360E7AC-0E0E-473C-AA68-1CC83E92ABA8}" srcOrd="3" destOrd="0" presId="urn:microsoft.com/office/officeart/2018/2/layout/IconVerticalSolidList"/>
    <dgm:cxn modelId="{503C028F-9A09-4374-A29B-90BCAAE808B5}" type="presParOf" srcId="{3CE9078D-FAE1-4268-903A-B64E77D4B9AF}" destId="{9C64A83C-75A7-48C0-A102-2A2AFD96473A}" srcOrd="5" destOrd="0" presId="urn:microsoft.com/office/officeart/2018/2/layout/IconVerticalSolidList"/>
    <dgm:cxn modelId="{3546E2BC-669C-4063-A7F3-EC467C528D7E}" type="presParOf" srcId="{3CE9078D-FAE1-4268-903A-B64E77D4B9AF}" destId="{DEFB4D2E-7F11-4739-B1AC-B15CA197C2B9}" srcOrd="6" destOrd="0" presId="urn:microsoft.com/office/officeart/2018/2/layout/IconVerticalSolidList"/>
    <dgm:cxn modelId="{6268CAC4-905B-4B47-AD0F-8992941424D7}" type="presParOf" srcId="{DEFB4D2E-7F11-4739-B1AC-B15CA197C2B9}" destId="{0B5E96B7-6566-49B9-B8F7-ED6A6D6A46FC}" srcOrd="0" destOrd="0" presId="urn:microsoft.com/office/officeart/2018/2/layout/IconVerticalSolidList"/>
    <dgm:cxn modelId="{2902E982-864D-4D30-AFB1-89CFE2B4C8E0}" type="presParOf" srcId="{DEFB4D2E-7F11-4739-B1AC-B15CA197C2B9}" destId="{96FA2EE5-3F7A-4711-BBFD-DBE103164214}" srcOrd="1" destOrd="0" presId="urn:microsoft.com/office/officeart/2018/2/layout/IconVerticalSolidList"/>
    <dgm:cxn modelId="{CCD292B9-3432-4197-B619-E4FA97935EAE}" type="presParOf" srcId="{DEFB4D2E-7F11-4739-B1AC-B15CA197C2B9}" destId="{E85CB859-6BA8-45E8-ACF9-A06067D3DC8B}" srcOrd="2" destOrd="0" presId="urn:microsoft.com/office/officeart/2018/2/layout/IconVerticalSolidList"/>
    <dgm:cxn modelId="{CAE0027B-C557-474D-92B0-1A2746AEDE9A}" type="presParOf" srcId="{DEFB4D2E-7F11-4739-B1AC-B15CA197C2B9}" destId="{37BDAA78-F53D-497B-B90E-CEB44A9102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603501-BEF5-44B6-9F40-BBFBEEA7FC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6B4763-A445-4A4A-BA6E-6617B7219237}">
      <dgm:prSet/>
      <dgm:spPr/>
      <dgm:t>
        <a:bodyPr/>
        <a:lstStyle/>
        <a:p>
          <a:r>
            <a:rPr lang="en-US"/>
            <a:t>DuckDB COPY from CSV with LIMIT 300,000</a:t>
          </a:r>
        </a:p>
      </dgm:t>
    </dgm:pt>
    <dgm:pt modelId="{DEC73C19-230D-47FC-A694-EE8AB89FDEA7}" type="parTrans" cxnId="{0D330064-1FDF-499E-B4E7-B2D9F9598266}">
      <dgm:prSet/>
      <dgm:spPr/>
      <dgm:t>
        <a:bodyPr/>
        <a:lstStyle/>
        <a:p>
          <a:endParaRPr lang="en-US"/>
        </a:p>
      </dgm:t>
    </dgm:pt>
    <dgm:pt modelId="{DABD1A30-6D9D-4238-8CCE-2D84AE4D0E39}" type="sibTrans" cxnId="{0D330064-1FDF-499E-B4E7-B2D9F9598266}">
      <dgm:prSet/>
      <dgm:spPr/>
      <dgm:t>
        <a:bodyPr/>
        <a:lstStyle/>
        <a:p>
          <a:endParaRPr lang="en-US"/>
        </a:p>
      </dgm:t>
    </dgm:pt>
    <dgm:pt modelId="{FD1D046A-8210-4E5B-A74E-F126049BC82F}">
      <dgm:prSet/>
      <dgm:spPr/>
      <dgm:t>
        <a:bodyPr/>
        <a:lstStyle/>
        <a:p>
          <a:r>
            <a:rPr lang="en-US"/>
            <a:t>Output: dev_sample.parquet (interim)</a:t>
          </a:r>
        </a:p>
      </dgm:t>
    </dgm:pt>
    <dgm:pt modelId="{C3E55077-4490-41EE-8C5D-635A96C68546}" type="parTrans" cxnId="{E4277C21-27BD-4474-86C8-26C5E757F223}">
      <dgm:prSet/>
      <dgm:spPr/>
      <dgm:t>
        <a:bodyPr/>
        <a:lstStyle/>
        <a:p>
          <a:endParaRPr lang="en-US"/>
        </a:p>
      </dgm:t>
    </dgm:pt>
    <dgm:pt modelId="{6FDF0A1F-4653-430E-AABB-BDB5615EE254}" type="sibTrans" cxnId="{E4277C21-27BD-4474-86C8-26C5E757F223}">
      <dgm:prSet/>
      <dgm:spPr/>
      <dgm:t>
        <a:bodyPr/>
        <a:lstStyle/>
        <a:p>
          <a:endParaRPr lang="en-US"/>
        </a:p>
      </dgm:t>
    </dgm:pt>
    <dgm:pt modelId="{35CD032D-E366-4A4C-B5FF-6DCEAF7EC6D0}">
      <dgm:prSet/>
      <dgm:spPr/>
      <dgm:t>
        <a:bodyPr/>
        <a:lstStyle/>
        <a:p>
          <a:r>
            <a:rPr lang="en-US"/>
            <a:t>Rationale: manageable compute while preserving distribution</a:t>
          </a:r>
        </a:p>
      </dgm:t>
    </dgm:pt>
    <dgm:pt modelId="{A76383A1-0C0F-4063-B37A-B70BD07482F1}" type="parTrans" cxnId="{8CBAB1C7-5FB9-4C47-AD46-EFEBE9603573}">
      <dgm:prSet/>
      <dgm:spPr/>
      <dgm:t>
        <a:bodyPr/>
        <a:lstStyle/>
        <a:p>
          <a:endParaRPr lang="en-US"/>
        </a:p>
      </dgm:t>
    </dgm:pt>
    <dgm:pt modelId="{D291A8B5-5877-406C-ADAD-A365005C7E64}" type="sibTrans" cxnId="{8CBAB1C7-5FB9-4C47-AD46-EFEBE9603573}">
      <dgm:prSet/>
      <dgm:spPr/>
      <dgm:t>
        <a:bodyPr/>
        <a:lstStyle/>
        <a:p>
          <a:endParaRPr lang="en-US"/>
        </a:p>
      </dgm:t>
    </dgm:pt>
    <dgm:pt modelId="{BF027337-3D71-4BE8-A956-B9BDF5471069}">
      <dgm:prSet/>
      <dgm:spPr/>
      <dgm:t>
        <a:bodyPr/>
        <a:lstStyle/>
        <a:p>
          <a:r>
            <a:rPr lang="en-US"/>
            <a:t>Ignore CSV errors to ensure robust ingestion</a:t>
          </a:r>
        </a:p>
      </dgm:t>
    </dgm:pt>
    <dgm:pt modelId="{50E783EC-BA2E-4A0C-8D82-386D13849C0D}" type="parTrans" cxnId="{7A6678F5-3109-4B70-B16B-476146120C08}">
      <dgm:prSet/>
      <dgm:spPr/>
      <dgm:t>
        <a:bodyPr/>
        <a:lstStyle/>
        <a:p>
          <a:endParaRPr lang="en-US"/>
        </a:p>
      </dgm:t>
    </dgm:pt>
    <dgm:pt modelId="{DE21A911-0C82-4A70-AED1-298494CABEF1}" type="sibTrans" cxnId="{7A6678F5-3109-4B70-B16B-476146120C08}">
      <dgm:prSet/>
      <dgm:spPr/>
      <dgm:t>
        <a:bodyPr/>
        <a:lstStyle/>
        <a:p>
          <a:endParaRPr lang="en-US"/>
        </a:p>
      </dgm:t>
    </dgm:pt>
    <dgm:pt modelId="{230A97DF-B531-BD45-A526-8B378E14D15F}" type="pres">
      <dgm:prSet presAssocID="{71603501-BEF5-44B6-9F40-BBFBEEA7FCCF}" presName="linear" presStyleCnt="0">
        <dgm:presLayoutVars>
          <dgm:animLvl val="lvl"/>
          <dgm:resizeHandles val="exact"/>
        </dgm:presLayoutVars>
      </dgm:prSet>
      <dgm:spPr/>
    </dgm:pt>
    <dgm:pt modelId="{1DA4B3D5-5E10-AC40-8E7B-E120B2A916F6}" type="pres">
      <dgm:prSet presAssocID="{536B4763-A445-4A4A-BA6E-6617B72192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BF841D-083E-DB45-A626-CCC94F5FEBA3}" type="pres">
      <dgm:prSet presAssocID="{DABD1A30-6D9D-4238-8CCE-2D84AE4D0E39}" presName="spacer" presStyleCnt="0"/>
      <dgm:spPr/>
    </dgm:pt>
    <dgm:pt modelId="{41369713-A903-2F4D-89ED-4572D8CF2084}" type="pres">
      <dgm:prSet presAssocID="{FD1D046A-8210-4E5B-A74E-F126049BC8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BDBAD8-E827-5541-AF22-D451CA026292}" type="pres">
      <dgm:prSet presAssocID="{6FDF0A1F-4653-430E-AABB-BDB5615EE254}" presName="spacer" presStyleCnt="0"/>
      <dgm:spPr/>
    </dgm:pt>
    <dgm:pt modelId="{D21F3C95-3DA1-4543-9A13-4A2D69375312}" type="pres">
      <dgm:prSet presAssocID="{35CD032D-E366-4A4C-B5FF-6DCEAF7EC6D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194971-AA69-6A48-8E83-B18EE491D6D1}" type="pres">
      <dgm:prSet presAssocID="{D291A8B5-5877-406C-ADAD-A365005C7E64}" presName="spacer" presStyleCnt="0"/>
      <dgm:spPr/>
    </dgm:pt>
    <dgm:pt modelId="{4EAE8270-7E60-C54B-91C9-68CD32E4DFC9}" type="pres">
      <dgm:prSet presAssocID="{BF027337-3D71-4BE8-A956-B9BDF547106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3CEA0F-97E9-684E-BFD2-13A9390685FC}" type="presOf" srcId="{71603501-BEF5-44B6-9F40-BBFBEEA7FCCF}" destId="{230A97DF-B531-BD45-A526-8B378E14D15F}" srcOrd="0" destOrd="0" presId="urn:microsoft.com/office/officeart/2005/8/layout/vList2"/>
    <dgm:cxn modelId="{E4277C21-27BD-4474-86C8-26C5E757F223}" srcId="{71603501-BEF5-44B6-9F40-BBFBEEA7FCCF}" destId="{FD1D046A-8210-4E5B-A74E-F126049BC82F}" srcOrd="1" destOrd="0" parTransId="{C3E55077-4490-41EE-8C5D-635A96C68546}" sibTransId="{6FDF0A1F-4653-430E-AABB-BDB5615EE254}"/>
    <dgm:cxn modelId="{5BF60E2E-66FB-F348-BD4A-0031913E22C6}" type="presOf" srcId="{FD1D046A-8210-4E5B-A74E-F126049BC82F}" destId="{41369713-A903-2F4D-89ED-4572D8CF2084}" srcOrd="0" destOrd="0" presId="urn:microsoft.com/office/officeart/2005/8/layout/vList2"/>
    <dgm:cxn modelId="{0D330064-1FDF-499E-B4E7-B2D9F9598266}" srcId="{71603501-BEF5-44B6-9F40-BBFBEEA7FCCF}" destId="{536B4763-A445-4A4A-BA6E-6617B7219237}" srcOrd="0" destOrd="0" parTransId="{DEC73C19-230D-47FC-A694-EE8AB89FDEA7}" sibTransId="{DABD1A30-6D9D-4238-8CCE-2D84AE4D0E39}"/>
    <dgm:cxn modelId="{30AB4CA7-A9D7-2442-B49B-4350B9BD9E42}" type="presOf" srcId="{536B4763-A445-4A4A-BA6E-6617B7219237}" destId="{1DA4B3D5-5E10-AC40-8E7B-E120B2A916F6}" srcOrd="0" destOrd="0" presId="urn:microsoft.com/office/officeart/2005/8/layout/vList2"/>
    <dgm:cxn modelId="{91E125B7-9058-0449-B97A-C1BF91BE5740}" type="presOf" srcId="{BF027337-3D71-4BE8-A956-B9BDF5471069}" destId="{4EAE8270-7E60-C54B-91C9-68CD32E4DFC9}" srcOrd="0" destOrd="0" presId="urn:microsoft.com/office/officeart/2005/8/layout/vList2"/>
    <dgm:cxn modelId="{8CBAB1C7-5FB9-4C47-AD46-EFEBE9603573}" srcId="{71603501-BEF5-44B6-9F40-BBFBEEA7FCCF}" destId="{35CD032D-E366-4A4C-B5FF-6DCEAF7EC6D0}" srcOrd="2" destOrd="0" parTransId="{A76383A1-0C0F-4063-B37A-B70BD07482F1}" sibTransId="{D291A8B5-5877-406C-ADAD-A365005C7E64}"/>
    <dgm:cxn modelId="{FE30CCE6-F8CB-8544-94EB-8C13662D6B1B}" type="presOf" srcId="{35CD032D-E366-4A4C-B5FF-6DCEAF7EC6D0}" destId="{D21F3C95-3DA1-4543-9A13-4A2D69375312}" srcOrd="0" destOrd="0" presId="urn:microsoft.com/office/officeart/2005/8/layout/vList2"/>
    <dgm:cxn modelId="{7A6678F5-3109-4B70-B16B-476146120C08}" srcId="{71603501-BEF5-44B6-9F40-BBFBEEA7FCCF}" destId="{BF027337-3D71-4BE8-A956-B9BDF5471069}" srcOrd="3" destOrd="0" parTransId="{50E783EC-BA2E-4A0C-8D82-386D13849C0D}" sibTransId="{DE21A911-0C82-4A70-AED1-298494CABEF1}"/>
    <dgm:cxn modelId="{EAD34482-5C78-EA47-B105-9839A9E7E1A6}" type="presParOf" srcId="{230A97DF-B531-BD45-A526-8B378E14D15F}" destId="{1DA4B3D5-5E10-AC40-8E7B-E120B2A916F6}" srcOrd="0" destOrd="0" presId="urn:microsoft.com/office/officeart/2005/8/layout/vList2"/>
    <dgm:cxn modelId="{523D29EA-64E7-174E-8FAF-4049AC26E7BB}" type="presParOf" srcId="{230A97DF-B531-BD45-A526-8B378E14D15F}" destId="{14BF841D-083E-DB45-A626-CCC94F5FEBA3}" srcOrd="1" destOrd="0" presId="urn:microsoft.com/office/officeart/2005/8/layout/vList2"/>
    <dgm:cxn modelId="{F61E6AAA-FE67-7C40-8263-D8A1E8D25B70}" type="presParOf" srcId="{230A97DF-B531-BD45-A526-8B378E14D15F}" destId="{41369713-A903-2F4D-89ED-4572D8CF2084}" srcOrd="2" destOrd="0" presId="urn:microsoft.com/office/officeart/2005/8/layout/vList2"/>
    <dgm:cxn modelId="{F24EC47A-943F-C34A-9C7E-D6191B402692}" type="presParOf" srcId="{230A97DF-B531-BD45-A526-8B378E14D15F}" destId="{A5BDBAD8-E827-5541-AF22-D451CA026292}" srcOrd="3" destOrd="0" presId="urn:microsoft.com/office/officeart/2005/8/layout/vList2"/>
    <dgm:cxn modelId="{AAFBC11A-B9FE-454F-B2E1-DF75DB20530E}" type="presParOf" srcId="{230A97DF-B531-BD45-A526-8B378E14D15F}" destId="{D21F3C95-3DA1-4543-9A13-4A2D69375312}" srcOrd="4" destOrd="0" presId="urn:microsoft.com/office/officeart/2005/8/layout/vList2"/>
    <dgm:cxn modelId="{8605EB68-1513-9C43-B24F-86FD48049149}" type="presParOf" srcId="{230A97DF-B531-BD45-A526-8B378E14D15F}" destId="{5E194971-AA69-6A48-8E83-B18EE491D6D1}" srcOrd="5" destOrd="0" presId="urn:microsoft.com/office/officeart/2005/8/layout/vList2"/>
    <dgm:cxn modelId="{C48BE45E-6DEC-DA4B-80BA-FA8C568D66AB}" type="presParOf" srcId="{230A97DF-B531-BD45-A526-8B378E14D15F}" destId="{4EAE8270-7E60-C54B-91C9-68CD32E4DFC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83E745-7681-442A-980A-05D6AF23DB5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BF6DDD-F60F-49D9-8EBC-C6B1C9DBCF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split_bucket via hash(row_number()) % 100</a:t>
          </a:r>
        </a:p>
      </dgm:t>
    </dgm:pt>
    <dgm:pt modelId="{CEFBCB3E-9CC7-43FF-92AF-5E9CF2F0322D}" type="parTrans" cxnId="{E8176E80-B60A-4891-93B8-B7F7F4469778}">
      <dgm:prSet/>
      <dgm:spPr/>
      <dgm:t>
        <a:bodyPr/>
        <a:lstStyle/>
        <a:p>
          <a:endParaRPr lang="en-US"/>
        </a:p>
      </dgm:t>
    </dgm:pt>
    <dgm:pt modelId="{0BCFACC2-ABF8-42B4-925A-6E1BFC17DC08}" type="sibTrans" cxnId="{E8176E80-B60A-4891-93B8-B7F7F44697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424853-37B0-4E6F-9C9C-BA5D9DE69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Train: &lt;70, Validation: 70–85, Test: &gt;=85</a:t>
          </a:r>
        </a:p>
      </dgm:t>
    </dgm:pt>
    <dgm:pt modelId="{E55337DE-60D3-4675-A2DD-441759ECE9C0}" type="parTrans" cxnId="{B8A1D96D-69A8-40E4-8E19-D48A53D7B6A7}">
      <dgm:prSet/>
      <dgm:spPr/>
      <dgm:t>
        <a:bodyPr/>
        <a:lstStyle/>
        <a:p>
          <a:endParaRPr lang="en-US"/>
        </a:p>
      </dgm:t>
    </dgm:pt>
    <dgm:pt modelId="{182E3B20-C177-42BF-80D4-7391F8E5394B}" type="sibTrans" cxnId="{B8A1D96D-69A8-40E4-8E19-D48A53D7B6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763F3C-3B89-4743-A21C-C50BCA83A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Outputs: train.parquet, val.parquet, test.parquet</a:t>
          </a:r>
        </a:p>
      </dgm:t>
    </dgm:pt>
    <dgm:pt modelId="{DB1808F5-8C45-4CA2-914B-4BC1A7244494}" type="parTrans" cxnId="{2DB4F8D2-9D98-46EE-B44A-0AABF45D1970}">
      <dgm:prSet/>
      <dgm:spPr/>
      <dgm:t>
        <a:bodyPr/>
        <a:lstStyle/>
        <a:p>
          <a:endParaRPr lang="en-US"/>
        </a:p>
      </dgm:t>
    </dgm:pt>
    <dgm:pt modelId="{FEEBA263-BC46-4A72-B7E3-FAFA9D02C3ED}" type="sibTrans" cxnId="{2DB4F8D2-9D98-46EE-B44A-0AABF45D19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DA846AE-0A66-44A3-A6F1-F473B509E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reproducibility across runs</a:t>
          </a:r>
        </a:p>
      </dgm:t>
    </dgm:pt>
    <dgm:pt modelId="{9AD3C8AF-F79C-4B56-A284-352D5772D627}" type="parTrans" cxnId="{9D702D27-5AE6-4689-B86B-4CC335CC96E8}">
      <dgm:prSet/>
      <dgm:spPr/>
      <dgm:t>
        <a:bodyPr/>
        <a:lstStyle/>
        <a:p>
          <a:endParaRPr lang="en-US"/>
        </a:p>
      </dgm:t>
    </dgm:pt>
    <dgm:pt modelId="{2C16F3E8-E421-4C88-B68C-AE522CCF0051}" type="sibTrans" cxnId="{9D702D27-5AE6-4689-B86B-4CC335CC96E8}">
      <dgm:prSet/>
      <dgm:spPr/>
      <dgm:t>
        <a:bodyPr/>
        <a:lstStyle/>
        <a:p>
          <a:endParaRPr lang="en-US"/>
        </a:p>
      </dgm:t>
    </dgm:pt>
    <dgm:pt modelId="{5E0CD8C1-3A79-4B3C-8D30-3B62FE6BB8B6}" type="pres">
      <dgm:prSet presAssocID="{8D83E745-7681-442A-980A-05D6AF23DB58}" presName="root" presStyleCnt="0">
        <dgm:presLayoutVars>
          <dgm:dir/>
          <dgm:resizeHandles val="exact"/>
        </dgm:presLayoutVars>
      </dgm:prSet>
      <dgm:spPr/>
    </dgm:pt>
    <dgm:pt modelId="{FDF8F9A9-BEB5-44FB-A15B-3E993F0CDD13}" type="pres">
      <dgm:prSet presAssocID="{8D83E745-7681-442A-980A-05D6AF23DB58}" presName="container" presStyleCnt="0">
        <dgm:presLayoutVars>
          <dgm:dir/>
          <dgm:resizeHandles val="exact"/>
        </dgm:presLayoutVars>
      </dgm:prSet>
      <dgm:spPr/>
    </dgm:pt>
    <dgm:pt modelId="{FBCC52D7-A8AD-46DC-9761-8DEA7E6FCF11}" type="pres">
      <dgm:prSet presAssocID="{D5BF6DDD-F60F-49D9-8EBC-C6B1C9DBCF14}" presName="compNode" presStyleCnt="0"/>
      <dgm:spPr/>
    </dgm:pt>
    <dgm:pt modelId="{47903745-681C-467A-92E4-170DBBD98991}" type="pres">
      <dgm:prSet presAssocID="{D5BF6DDD-F60F-49D9-8EBC-C6B1C9DBCF14}" presName="iconBgRect" presStyleLbl="bgShp" presStyleIdx="0" presStyleCnt="4"/>
      <dgm:spPr/>
    </dgm:pt>
    <dgm:pt modelId="{91F16768-77EA-4953-9064-BDE833C872A1}" type="pres">
      <dgm:prSet presAssocID="{D5BF6DDD-F60F-49D9-8EBC-C6B1C9DBCF1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6CE84B1A-1217-4DA0-A52F-7180CF739C60}" type="pres">
      <dgm:prSet presAssocID="{D5BF6DDD-F60F-49D9-8EBC-C6B1C9DBCF14}" presName="spaceRect" presStyleCnt="0"/>
      <dgm:spPr/>
    </dgm:pt>
    <dgm:pt modelId="{D810AAF9-0CDE-4834-89FA-BA57B69CCAF4}" type="pres">
      <dgm:prSet presAssocID="{D5BF6DDD-F60F-49D9-8EBC-C6B1C9DBCF14}" presName="textRect" presStyleLbl="revTx" presStyleIdx="0" presStyleCnt="4">
        <dgm:presLayoutVars>
          <dgm:chMax val="1"/>
          <dgm:chPref val="1"/>
        </dgm:presLayoutVars>
      </dgm:prSet>
      <dgm:spPr/>
    </dgm:pt>
    <dgm:pt modelId="{F03929D6-D819-4FFC-ADDA-142A20509C67}" type="pres">
      <dgm:prSet presAssocID="{0BCFACC2-ABF8-42B4-925A-6E1BFC17DC08}" presName="sibTrans" presStyleLbl="sibTrans2D1" presStyleIdx="0" presStyleCnt="0"/>
      <dgm:spPr/>
    </dgm:pt>
    <dgm:pt modelId="{27AFD098-09A6-4FF9-BE9D-29FF4ADF93AC}" type="pres">
      <dgm:prSet presAssocID="{8C424853-37B0-4E6F-9C9C-BA5D9DE69245}" presName="compNode" presStyleCnt="0"/>
      <dgm:spPr/>
    </dgm:pt>
    <dgm:pt modelId="{EB1C5FF2-3104-483A-B010-2C2FC58E38AC}" type="pres">
      <dgm:prSet presAssocID="{8C424853-37B0-4E6F-9C9C-BA5D9DE69245}" presName="iconBgRect" presStyleLbl="bgShp" presStyleIdx="1" presStyleCnt="4"/>
      <dgm:spPr/>
    </dgm:pt>
    <dgm:pt modelId="{ACDBBAF1-869E-4648-8140-1476CF4C1F32}" type="pres">
      <dgm:prSet presAssocID="{8C424853-37B0-4E6F-9C9C-BA5D9DE6924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BE1CAB95-1AF5-4DCC-9D03-FA72AFA3F64B}" type="pres">
      <dgm:prSet presAssocID="{8C424853-37B0-4E6F-9C9C-BA5D9DE69245}" presName="spaceRect" presStyleCnt="0"/>
      <dgm:spPr/>
    </dgm:pt>
    <dgm:pt modelId="{B5DAD13A-3AC0-467A-B6E6-7CBE428F2C29}" type="pres">
      <dgm:prSet presAssocID="{8C424853-37B0-4E6F-9C9C-BA5D9DE69245}" presName="textRect" presStyleLbl="revTx" presStyleIdx="1" presStyleCnt="4">
        <dgm:presLayoutVars>
          <dgm:chMax val="1"/>
          <dgm:chPref val="1"/>
        </dgm:presLayoutVars>
      </dgm:prSet>
      <dgm:spPr/>
    </dgm:pt>
    <dgm:pt modelId="{B830DA48-F51D-4EB3-A1DD-F1FB6F934D16}" type="pres">
      <dgm:prSet presAssocID="{182E3B20-C177-42BF-80D4-7391F8E5394B}" presName="sibTrans" presStyleLbl="sibTrans2D1" presStyleIdx="0" presStyleCnt="0"/>
      <dgm:spPr/>
    </dgm:pt>
    <dgm:pt modelId="{9D971DD3-762C-4ACF-825B-D622C507BFD5}" type="pres">
      <dgm:prSet presAssocID="{20763F3C-3B89-4743-A21C-C50BCA83AD0B}" presName="compNode" presStyleCnt="0"/>
      <dgm:spPr/>
    </dgm:pt>
    <dgm:pt modelId="{4E824EB5-04D9-497D-9618-9ADF574324DE}" type="pres">
      <dgm:prSet presAssocID="{20763F3C-3B89-4743-A21C-C50BCA83AD0B}" presName="iconBgRect" presStyleLbl="bgShp" presStyleIdx="2" presStyleCnt="4"/>
      <dgm:spPr/>
    </dgm:pt>
    <dgm:pt modelId="{3B1A59FD-17CF-46CA-81EE-3A61764B28C2}" type="pres">
      <dgm:prSet presAssocID="{20763F3C-3B89-4743-A21C-C50BCA83AD0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8469CA1E-F654-4A2A-9546-828B99500F89}" type="pres">
      <dgm:prSet presAssocID="{20763F3C-3B89-4743-A21C-C50BCA83AD0B}" presName="spaceRect" presStyleCnt="0"/>
      <dgm:spPr/>
    </dgm:pt>
    <dgm:pt modelId="{245D45E3-04B2-4E90-A349-B6A354CB717E}" type="pres">
      <dgm:prSet presAssocID="{20763F3C-3B89-4743-A21C-C50BCA83AD0B}" presName="textRect" presStyleLbl="revTx" presStyleIdx="2" presStyleCnt="4">
        <dgm:presLayoutVars>
          <dgm:chMax val="1"/>
          <dgm:chPref val="1"/>
        </dgm:presLayoutVars>
      </dgm:prSet>
      <dgm:spPr/>
    </dgm:pt>
    <dgm:pt modelId="{3A2974F1-A4AE-4DE4-B955-A9F384D15F64}" type="pres">
      <dgm:prSet presAssocID="{FEEBA263-BC46-4A72-B7E3-FAFA9D02C3ED}" presName="sibTrans" presStyleLbl="sibTrans2D1" presStyleIdx="0" presStyleCnt="0"/>
      <dgm:spPr/>
    </dgm:pt>
    <dgm:pt modelId="{85D23278-C023-413F-8084-D455087D1F9B}" type="pres">
      <dgm:prSet presAssocID="{5DA846AE-0A66-44A3-A6F1-F473B509E22F}" presName="compNode" presStyleCnt="0"/>
      <dgm:spPr/>
    </dgm:pt>
    <dgm:pt modelId="{CA42DD3C-08DF-47E7-A246-D8E0B2E6EE47}" type="pres">
      <dgm:prSet presAssocID="{5DA846AE-0A66-44A3-A6F1-F473B509E22F}" presName="iconBgRect" presStyleLbl="bgShp" presStyleIdx="3" presStyleCnt="4"/>
      <dgm:spPr/>
    </dgm:pt>
    <dgm:pt modelId="{F2D322FA-3D1E-4C75-814A-CE5720384944}" type="pres">
      <dgm:prSet presAssocID="{5DA846AE-0A66-44A3-A6F1-F473B509E22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0C712F-F978-463E-A948-DC0B71341908}" type="pres">
      <dgm:prSet presAssocID="{5DA846AE-0A66-44A3-A6F1-F473B509E22F}" presName="spaceRect" presStyleCnt="0"/>
      <dgm:spPr/>
    </dgm:pt>
    <dgm:pt modelId="{4044CF6E-083A-4CD4-974C-8641ED13A88E}" type="pres">
      <dgm:prSet presAssocID="{5DA846AE-0A66-44A3-A6F1-F473B509E22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D62B16-DD68-454E-86AF-A5EF03496480}" type="presOf" srcId="{182E3B20-C177-42BF-80D4-7391F8E5394B}" destId="{B830DA48-F51D-4EB3-A1DD-F1FB6F934D16}" srcOrd="0" destOrd="0" presId="urn:microsoft.com/office/officeart/2018/2/layout/IconCircleList"/>
    <dgm:cxn modelId="{23E8BC16-CB29-402D-8483-4E93CFD047C6}" type="presOf" srcId="{5DA846AE-0A66-44A3-A6F1-F473B509E22F}" destId="{4044CF6E-083A-4CD4-974C-8641ED13A88E}" srcOrd="0" destOrd="0" presId="urn:microsoft.com/office/officeart/2018/2/layout/IconCircleList"/>
    <dgm:cxn modelId="{9D702D27-5AE6-4689-B86B-4CC335CC96E8}" srcId="{8D83E745-7681-442A-980A-05D6AF23DB58}" destId="{5DA846AE-0A66-44A3-A6F1-F473B509E22F}" srcOrd="3" destOrd="0" parTransId="{9AD3C8AF-F79C-4B56-A284-352D5772D627}" sibTransId="{2C16F3E8-E421-4C88-B68C-AE522CCF0051}"/>
    <dgm:cxn modelId="{B8A1D96D-69A8-40E4-8E19-D48A53D7B6A7}" srcId="{8D83E745-7681-442A-980A-05D6AF23DB58}" destId="{8C424853-37B0-4E6F-9C9C-BA5D9DE69245}" srcOrd="1" destOrd="0" parTransId="{E55337DE-60D3-4675-A2DD-441759ECE9C0}" sibTransId="{182E3B20-C177-42BF-80D4-7391F8E5394B}"/>
    <dgm:cxn modelId="{FE3C3B7A-331F-4A0F-B866-7A05D4B79A32}" type="presOf" srcId="{20763F3C-3B89-4743-A21C-C50BCA83AD0B}" destId="{245D45E3-04B2-4E90-A349-B6A354CB717E}" srcOrd="0" destOrd="0" presId="urn:microsoft.com/office/officeart/2018/2/layout/IconCircleList"/>
    <dgm:cxn modelId="{E8176E80-B60A-4891-93B8-B7F7F4469778}" srcId="{8D83E745-7681-442A-980A-05D6AF23DB58}" destId="{D5BF6DDD-F60F-49D9-8EBC-C6B1C9DBCF14}" srcOrd="0" destOrd="0" parTransId="{CEFBCB3E-9CC7-43FF-92AF-5E9CF2F0322D}" sibTransId="{0BCFACC2-ABF8-42B4-925A-6E1BFC17DC08}"/>
    <dgm:cxn modelId="{E551368C-6821-41D3-9D37-6057874DEBC8}" type="presOf" srcId="{8D83E745-7681-442A-980A-05D6AF23DB58}" destId="{5E0CD8C1-3A79-4B3C-8D30-3B62FE6BB8B6}" srcOrd="0" destOrd="0" presId="urn:microsoft.com/office/officeart/2018/2/layout/IconCircleList"/>
    <dgm:cxn modelId="{3FD58B92-C70C-4514-8ACF-D8409402EB3D}" type="presOf" srcId="{0BCFACC2-ABF8-42B4-925A-6E1BFC17DC08}" destId="{F03929D6-D819-4FFC-ADDA-142A20509C67}" srcOrd="0" destOrd="0" presId="urn:microsoft.com/office/officeart/2018/2/layout/IconCircleList"/>
    <dgm:cxn modelId="{8E2717C8-9958-47FD-A8FB-25E701263E6E}" type="presOf" srcId="{D5BF6DDD-F60F-49D9-8EBC-C6B1C9DBCF14}" destId="{D810AAF9-0CDE-4834-89FA-BA57B69CCAF4}" srcOrd="0" destOrd="0" presId="urn:microsoft.com/office/officeart/2018/2/layout/IconCircleList"/>
    <dgm:cxn modelId="{2DB4F8D2-9D98-46EE-B44A-0AABF45D1970}" srcId="{8D83E745-7681-442A-980A-05D6AF23DB58}" destId="{20763F3C-3B89-4743-A21C-C50BCA83AD0B}" srcOrd="2" destOrd="0" parTransId="{DB1808F5-8C45-4CA2-914B-4BC1A7244494}" sibTransId="{FEEBA263-BC46-4A72-B7E3-FAFA9D02C3ED}"/>
    <dgm:cxn modelId="{DB520FE6-38C5-456D-A49F-62C128C09EA0}" type="presOf" srcId="{8C424853-37B0-4E6F-9C9C-BA5D9DE69245}" destId="{B5DAD13A-3AC0-467A-B6E6-7CBE428F2C29}" srcOrd="0" destOrd="0" presId="urn:microsoft.com/office/officeart/2018/2/layout/IconCircleList"/>
    <dgm:cxn modelId="{3E6974F8-B428-4BB4-9789-4A7BA3DB814A}" type="presOf" srcId="{FEEBA263-BC46-4A72-B7E3-FAFA9D02C3ED}" destId="{3A2974F1-A4AE-4DE4-B955-A9F384D15F64}" srcOrd="0" destOrd="0" presId="urn:microsoft.com/office/officeart/2018/2/layout/IconCircleList"/>
    <dgm:cxn modelId="{A794C9D2-B5D6-417A-8A9A-5451653ACFA0}" type="presParOf" srcId="{5E0CD8C1-3A79-4B3C-8D30-3B62FE6BB8B6}" destId="{FDF8F9A9-BEB5-44FB-A15B-3E993F0CDD13}" srcOrd="0" destOrd="0" presId="urn:microsoft.com/office/officeart/2018/2/layout/IconCircleList"/>
    <dgm:cxn modelId="{5C9177F6-D7A5-459F-900B-0ED95D0EA452}" type="presParOf" srcId="{FDF8F9A9-BEB5-44FB-A15B-3E993F0CDD13}" destId="{FBCC52D7-A8AD-46DC-9761-8DEA7E6FCF11}" srcOrd="0" destOrd="0" presId="urn:microsoft.com/office/officeart/2018/2/layout/IconCircleList"/>
    <dgm:cxn modelId="{72BD12F9-7791-4190-8AE4-2005BD09757E}" type="presParOf" srcId="{FBCC52D7-A8AD-46DC-9761-8DEA7E6FCF11}" destId="{47903745-681C-467A-92E4-170DBBD98991}" srcOrd="0" destOrd="0" presId="urn:microsoft.com/office/officeart/2018/2/layout/IconCircleList"/>
    <dgm:cxn modelId="{30AC2108-4E87-4AB0-B0B8-457053DF51E6}" type="presParOf" srcId="{FBCC52D7-A8AD-46DC-9761-8DEA7E6FCF11}" destId="{91F16768-77EA-4953-9064-BDE833C872A1}" srcOrd="1" destOrd="0" presId="urn:microsoft.com/office/officeart/2018/2/layout/IconCircleList"/>
    <dgm:cxn modelId="{879A39F9-93F7-4AE9-B93F-5B83B1018831}" type="presParOf" srcId="{FBCC52D7-A8AD-46DC-9761-8DEA7E6FCF11}" destId="{6CE84B1A-1217-4DA0-A52F-7180CF739C60}" srcOrd="2" destOrd="0" presId="urn:microsoft.com/office/officeart/2018/2/layout/IconCircleList"/>
    <dgm:cxn modelId="{2D8B7620-3007-4F38-A183-9055F9521D5D}" type="presParOf" srcId="{FBCC52D7-A8AD-46DC-9761-8DEA7E6FCF11}" destId="{D810AAF9-0CDE-4834-89FA-BA57B69CCAF4}" srcOrd="3" destOrd="0" presId="urn:microsoft.com/office/officeart/2018/2/layout/IconCircleList"/>
    <dgm:cxn modelId="{5B7035BB-DB60-4B6B-84C4-1BF9B6AC0D29}" type="presParOf" srcId="{FDF8F9A9-BEB5-44FB-A15B-3E993F0CDD13}" destId="{F03929D6-D819-4FFC-ADDA-142A20509C67}" srcOrd="1" destOrd="0" presId="urn:microsoft.com/office/officeart/2018/2/layout/IconCircleList"/>
    <dgm:cxn modelId="{EA3926E6-5E04-4C82-B43D-3D890F25A2EA}" type="presParOf" srcId="{FDF8F9A9-BEB5-44FB-A15B-3E993F0CDD13}" destId="{27AFD098-09A6-4FF9-BE9D-29FF4ADF93AC}" srcOrd="2" destOrd="0" presId="urn:microsoft.com/office/officeart/2018/2/layout/IconCircleList"/>
    <dgm:cxn modelId="{8BADB4AE-17F4-4898-9B55-F08201A2B712}" type="presParOf" srcId="{27AFD098-09A6-4FF9-BE9D-29FF4ADF93AC}" destId="{EB1C5FF2-3104-483A-B010-2C2FC58E38AC}" srcOrd="0" destOrd="0" presId="urn:microsoft.com/office/officeart/2018/2/layout/IconCircleList"/>
    <dgm:cxn modelId="{749EEB47-57FC-45BF-9C25-90AA58063F21}" type="presParOf" srcId="{27AFD098-09A6-4FF9-BE9D-29FF4ADF93AC}" destId="{ACDBBAF1-869E-4648-8140-1476CF4C1F32}" srcOrd="1" destOrd="0" presId="urn:microsoft.com/office/officeart/2018/2/layout/IconCircleList"/>
    <dgm:cxn modelId="{25E910AF-9795-49A3-9BFA-9310EBF9FC02}" type="presParOf" srcId="{27AFD098-09A6-4FF9-BE9D-29FF4ADF93AC}" destId="{BE1CAB95-1AF5-4DCC-9D03-FA72AFA3F64B}" srcOrd="2" destOrd="0" presId="urn:microsoft.com/office/officeart/2018/2/layout/IconCircleList"/>
    <dgm:cxn modelId="{B6A26A0D-948C-4941-A4A8-CC088A49FEC9}" type="presParOf" srcId="{27AFD098-09A6-4FF9-BE9D-29FF4ADF93AC}" destId="{B5DAD13A-3AC0-467A-B6E6-7CBE428F2C29}" srcOrd="3" destOrd="0" presId="urn:microsoft.com/office/officeart/2018/2/layout/IconCircleList"/>
    <dgm:cxn modelId="{AF42A3FD-9189-4521-92A2-4B4F3C4A9CC1}" type="presParOf" srcId="{FDF8F9A9-BEB5-44FB-A15B-3E993F0CDD13}" destId="{B830DA48-F51D-4EB3-A1DD-F1FB6F934D16}" srcOrd="3" destOrd="0" presId="urn:microsoft.com/office/officeart/2018/2/layout/IconCircleList"/>
    <dgm:cxn modelId="{44F9123D-837F-4272-A26E-F053F0E061E5}" type="presParOf" srcId="{FDF8F9A9-BEB5-44FB-A15B-3E993F0CDD13}" destId="{9D971DD3-762C-4ACF-825B-D622C507BFD5}" srcOrd="4" destOrd="0" presId="urn:microsoft.com/office/officeart/2018/2/layout/IconCircleList"/>
    <dgm:cxn modelId="{79F13F60-4387-46EB-9314-8B6DA75E6ED3}" type="presParOf" srcId="{9D971DD3-762C-4ACF-825B-D622C507BFD5}" destId="{4E824EB5-04D9-497D-9618-9ADF574324DE}" srcOrd="0" destOrd="0" presId="urn:microsoft.com/office/officeart/2018/2/layout/IconCircleList"/>
    <dgm:cxn modelId="{FA12EEF9-DDF4-4C3E-9766-32B2AE8E53E9}" type="presParOf" srcId="{9D971DD3-762C-4ACF-825B-D622C507BFD5}" destId="{3B1A59FD-17CF-46CA-81EE-3A61764B28C2}" srcOrd="1" destOrd="0" presId="urn:microsoft.com/office/officeart/2018/2/layout/IconCircleList"/>
    <dgm:cxn modelId="{CC6E0E50-7CA7-4D37-B5A5-F70C6440B79C}" type="presParOf" srcId="{9D971DD3-762C-4ACF-825B-D622C507BFD5}" destId="{8469CA1E-F654-4A2A-9546-828B99500F89}" srcOrd="2" destOrd="0" presId="urn:microsoft.com/office/officeart/2018/2/layout/IconCircleList"/>
    <dgm:cxn modelId="{2F4BAA1E-0ED0-48ED-B9EA-BB0B73418411}" type="presParOf" srcId="{9D971DD3-762C-4ACF-825B-D622C507BFD5}" destId="{245D45E3-04B2-4E90-A349-B6A354CB717E}" srcOrd="3" destOrd="0" presId="urn:microsoft.com/office/officeart/2018/2/layout/IconCircleList"/>
    <dgm:cxn modelId="{71AF00F5-C6FE-4334-82CD-EBE45ABAF4D4}" type="presParOf" srcId="{FDF8F9A9-BEB5-44FB-A15B-3E993F0CDD13}" destId="{3A2974F1-A4AE-4DE4-B955-A9F384D15F64}" srcOrd="5" destOrd="0" presId="urn:microsoft.com/office/officeart/2018/2/layout/IconCircleList"/>
    <dgm:cxn modelId="{14B12654-D119-4F7E-B80E-0F17B62F493D}" type="presParOf" srcId="{FDF8F9A9-BEB5-44FB-A15B-3E993F0CDD13}" destId="{85D23278-C023-413F-8084-D455087D1F9B}" srcOrd="6" destOrd="0" presId="urn:microsoft.com/office/officeart/2018/2/layout/IconCircleList"/>
    <dgm:cxn modelId="{48A76201-2EA9-489E-8BF0-C34F0249A1D2}" type="presParOf" srcId="{85D23278-C023-413F-8084-D455087D1F9B}" destId="{CA42DD3C-08DF-47E7-A246-D8E0B2E6EE47}" srcOrd="0" destOrd="0" presId="urn:microsoft.com/office/officeart/2018/2/layout/IconCircleList"/>
    <dgm:cxn modelId="{A718ED0A-F600-4659-A178-80B742EC919D}" type="presParOf" srcId="{85D23278-C023-413F-8084-D455087D1F9B}" destId="{F2D322FA-3D1E-4C75-814A-CE5720384944}" srcOrd="1" destOrd="0" presId="urn:microsoft.com/office/officeart/2018/2/layout/IconCircleList"/>
    <dgm:cxn modelId="{41F9C800-CEED-4480-AE69-F9F267346DB6}" type="presParOf" srcId="{85D23278-C023-413F-8084-D455087D1F9B}" destId="{750C712F-F978-463E-A948-DC0B71341908}" srcOrd="2" destOrd="0" presId="urn:microsoft.com/office/officeart/2018/2/layout/IconCircleList"/>
    <dgm:cxn modelId="{4A44D460-B3D7-42DB-A46B-E873549E14FD}" type="presParOf" srcId="{85D23278-C023-413F-8084-D455087D1F9B}" destId="{4044CF6E-083A-4CD4-974C-8641ED13A88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6684C2-BFA3-4A78-9F78-B79E82F172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6E88CF-1139-4F42-AB4C-E226B9F33DCE}">
      <dgm:prSet/>
      <dgm:spPr/>
      <dgm:t>
        <a:bodyPr/>
        <a:lstStyle/>
        <a:p>
          <a:r>
            <a:rPr lang="en-US"/>
            <a:t>Train: 209,511 rows</a:t>
          </a:r>
        </a:p>
      </dgm:t>
    </dgm:pt>
    <dgm:pt modelId="{95EC5617-80A4-4977-B1DF-23D864871E7A}" type="parTrans" cxnId="{A63A268A-FC78-47D5-8944-93F6FC3170C0}">
      <dgm:prSet/>
      <dgm:spPr/>
      <dgm:t>
        <a:bodyPr/>
        <a:lstStyle/>
        <a:p>
          <a:endParaRPr lang="en-US"/>
        </a:p>
      </dgm:t>
    </dgm:pt>
    <dgm:pt modelId="{FD4C6CAE-5C77-4125-B673-4183A754A527}" type="sibTrans" cxnId="{A63A268A-FC78-47D5-8944-93F6FC3170C0}">
      <dgm:prSet/>
      <dgm:spPr/>
      <dgm:t>
        <a:bodyPr/>
        <a:lstStyle/>
        <a:p>
          <a:endParaRPr lang="en-US"/>
        </a:p>
      </dgm:t>
    </dgm:pt>
    <dgm:pt modelId="{1E6EAEC6-CF21-4154-910A-4E1371F7FCBE}">
      <dgm:prSet/>
      <dgm:spPr/>
      <dgm:t>
        <a:bodyPr/>
        <a:lstStyle/>
        <a:p>
          <a:r>
            <a:rPr lang="en-US"/>
            <a:t>Validation: 44,995 rows</a:t>
          </a:r>
        </a:p>
      </dgm:t>
    </dgm:pt>
    <dgm:pt modelId="{752FBFAB-75D0-4EEF-9445-B97720113106}" type="parTrans" cxnId="{488ED781-9C67-4777-82E6-19D7F566C57A}">
      <dgm:prSet/>
      <dgm:spPr/>
      <dgm:t>
        <a:bodyPr/>
        <a:lstStyle/>
        <a:p>
          <a:endParaRPr lang="en-US"/>
        </a:p>
      </dgm:t>
    </dgm:pt>
    <dgm:pt modelId="{B6E10577-0781-4D16-9C19-A4AFA589D1E6}" type="sibTrans" cxnId="{488ED781-9C67-4777-82E6-19D7F566C57A}">
      <dgm:prSet/>
      <dgm:spPr/>
      <dgm:t>
        <a:bodyPr/>
        <a:lstStyle/>
        <a:p>
          <a:endParaRPr lang="en-US"/>
        </a:p>
      </dgm:t>
    </dgm:pt>
    <dgm:pt modelId="{278B9DC8-16C9-46BD-8822-322505B69281}">
      <dgm:prSet/>
      <dgm:spPr/>
      <dgm:t>
        <a:bodyPr/>
        <a:lstStyle/>
        <a:p>
          <a:r>
            <a:rPr lang="en-US"/>
            <a:t>Test: 45,494 rows</a:t>
          </a:r>
        </a:p>
      </dgm:t>
    </dgm:pt>
    <dgm:pt modelId="{AB08613A-DA05-4E57-8F08-94922D1BD82B}" type="parTrans" cxnId="{6E68FE7B-DD99-4F91-BB64-28092705A542}">
      <dgm:prSet/>
      <dgm:spPr/>
      <dgm:t>
        <a:bodyPr/>
        <a:lstStyle/>
        <a:p>
          <a:endParaRPr lang="en-US"/>
        </a:p>
      </dgm:t>
    </dgm:pt>
    <dgm:pt modelId="{72223F5F-1D92-4DF4-8DCC-8CF063AB7029}" type="sibTrans" cxnId="{6E68FE7B-DD99-4F91-BB64-28092705A542}">
      <dgm:prSet/>
      <dgm:spPr/>
      <dgm:t>
        <a:bodyPr/>
        <a:lstStyle/>
        <a:p>
          <a:endParaRPr lang="en-US"/>
        </a:p>
      </dgm:t>
    </dgm:pt>
    <dgm:pt modelId="{65EA0F24-73D6-4C66-84C0-BA49CC13E86E}">
      <dgm:prSet/>
      <dgm:spPr/>
      <dgm:t>
        <a:bodyPr/>
        <a:lstStyle/>
        <a:p>
          <a:r>
            <a:rPr lang="en-US"/>
            <a:t>Total: 300,000 rows</a:t>
          </a:r>
        </a:p>
      </dgm:t>
    </dgm:pt>
    <dgm:pt modelId="{9C0CE5F3-28B8-488C-98FF-21E5CFBE0EC3}" type="parTrans" cxnId="{FC812E17-0B83-449B-9523-75AA210A7C92}">
      <dgm:prSet/>
      <dgm:spPr/>
      <dgm:t>
        <a:bodyPr/>
        <a:lstStyle/>
        <a:p>
          <a:endParaRPr lang="en-US"/>
        </a:p>
      </dgm:t>
    </dgm:pt>
    <dgm:pt modelId="{3BDA022D-05B8-4D4E-A473-7A47774AB9BE}" type="sibTrans" cxnId="{FC812E17-0B83-449B-9523-75AA210A7C92}">
      <dgm:prSet/>
      <dgm:spPr/>
      <dgm:t>
        <a:bodyPr/>
        <a:lstStyle/>
        <a:p>
          <a:endParaRPr lang="en-US"/>
        </a:p>
      </dgm:t>
    </dgm:pt>
    <dgm:pt modelId="{23618211-57FC-6B4D-A864-36BD4560E9DE}" type="pres">
      <dgm:prSet presAssocID="{9B6684C2-BFA3-4A78-9F78-B79E82F172DC}" presName="linear" presStyleCnt="0">
        <dgm:presLayoutVars>
          <dgm:animLvl val="lvl"/>
          <dgm:resizeHandles val="exact"/>
        </dgm:presLayoutVars>
      </dgm:prSet>
      <dgm:spPr/>
    </dgm:pt>
    <dgm:pt modelId="{CF0970ED-6F0C-B540-B5B8-3B2CC272AC65}" type="pres">
      <dgm:prSet presAssocID="{346E88CF-1139-4F42-AB4C-E226B9F33DC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4D319C-D840-664E-97D2-48BAD485E0B1}" type="pres">
      <dgm:prSet presAssocID="{FD4C6CAE-5C77-4125-B673-4183A754A527}" presName="spacer" presStyleCnt="0"/>
      <dgm:spPr/>
    </dgm:pt>
    <dgm:pt modelId="{D8AFA29E-34FC-9B4E-9D92-781CDD806C9A}" type="pres">
      <dgm:prSet presAssocID="{1E6EAEC6-CF21-4154-910A-4E1371F7FC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7B743D-A642-EF47-B84B-F775A2CFC229}" type="pres">
      <dgm:prSet presAssocID="{B6E10577-0781-4D16-9C19-A4AFA589D1E6}" presName="spacer" presStyleCnt="0"/>
      <dgm:spPr/>
    </dgm:pt>
    <dgm:pt modelId="{4AFF7702-5926-3E46-9AFB-0A52F13F98F2}" type="pres">
      <dgm:prSet presAssocID="{278B9DC8-16C9-46BD-8822-322505B692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957910-15EC-8C40-B09A-5CF961C69920}" type="pres">
      <dgm:prSet presAssocID="{72223F5F-1D92-4DF4-8DCC-8CF063AB7029}" presName="spacer" presStyleCnt="0"/>
      <dgm:spPr/>
    </dgm:pt>
    <dgm:pt modelId="{FB077FC3-11BA-5B42-84AE-490045605CA0}" type="pres">
      <dgm:prSet presAssocID="{65EA0F24-73D6-4C66-84C0-BA49CC13E8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812E17-0B83-449B-9523-75AA210A7C92}" srcId="{9B6684C2-BFA3-4A78-9F78-B79E82F172DC}" destId="{65EA0F24-73D6-4C66-84C0-BA49CC13E86E}" srcOrd="3" destOrd="0" parTransId="{9C0CE5F3-28B8-488C-98FF-21E5CFBE0EC3}" sibTransId="{3BDA022D-05B8-4D4E-A473-7A47774AB9BE}"/>
    <dgm:cxn modelId="{4CCF6A55-ADB2-8949-BAB0-8EA43DD3A12F}" type="presOf" srcId="{65EA0F24-73D6-4C66-84C0-BA49CC13E86E}" destId="{FB077FC3-11BA-5B42-84AE-490045605CA0}" srcOrd="0" destOrd="0" presId="urn:microsoft.com/office/officeart/2005/8/layout/vList2"/>
    <dgm:cxn modelId="{AE3ABC78-30C1-3C44-ABA5-08F21F26447D}" type="presOf" srcId="{9B6684C2-BFA3-4A78-9F78-B79E82F172DC}" destId="{23618211-57FC-6B4D-A864-36BD4560E9DE}" srcOrd="0" destOrd="0" presId="urn:microsoft.com/office/officeart/2005/8/layout/vList2"/>
    <dgm:cxn modelId="{6E68FE7B-DD99-4F91-BB64-28092705A542}" srcId="{9B6684C2-BFA3-4A78-9F78-B79E82F172DC}" destId="{278B9DC8-16C9-46BD-8822-322505B69281}" srcOrd="2" destOrd="0" parTransId="{AB08613A-DA05-4E57-8F08-94922D1BD82B}" sibTransId="{72223F5F-1D92-4DF4-8DCC-8CF063AB7029}"/>
    <dgm:cxn modelId="{488ED781-9C67-4777-82E6-19D7F566C57A}" srcId="{9B6684C2-BFA3-4A78-9F78-B79E82F172DC}" destId="{1E6EAEC6-CF21-4154-910A-4E1371F7FCBE}" srcOrd="1" destOrd="0" parTransId="{752FBFAB-75D0-4EEF-9445-B97720113106}" sibTransId="{B6E10577-0781-4D16-9C19-A4AFA589D1E6}"/>
    <dgm:cxn modelId="{A63A268A-FC78-47D5-8944-93F6FC3170C0}" srcId="{9B6684C2-BFA3-4A78-9F78-B79E82F172DC}" destId="{346E88CF-1139-4F42-AB4C-E226B9F33DCE}" srcOrd="0" destOrd="0" parTransId="{95EC5617-80A4-4977-B1DF-23D864871E7A}" sibTransId="{FD4C6CAE-5C77-4125-B673-4183A754A527}"/>
    <dgm:cxn modelId="{19BA0B96-A290-AA44-B1CC-E2707CD8810C}" type="presOf" srcId="{346E88CF-1139-4F42-AB4C-E226B9F33DCE}" destId="{CF0970ED-6F0C-B540-B5B8-3B2CC272AC65}" srcOrd="0" destOrd="0" presId="urn:microsoft.com/office/officeart/2005/8/layout/vList2"/>
    <dgm:cxn modelId="{7FAD3EC6-7531-5040-B0DF-BAC90D98721E}" type="presOf" srcId="{1E6EAEC6-CF21-4154-910A-4E1371F7FCBE}" destId="{D8AFA29E-34FC-9B4E-9D92-781CDD806C9A}" srcOrd="0" destOrd="0" presId="urn:microsoft.com/office/officeart/2005/8/layout/vList2"/>
    <dgm:cxn modelId="{B342D4ED-617F-1347-80D1-EF5D35902FE1}" type="presOf" srcId="{278B9DC8-16C9-46BD-8822-322505B69281}" destId="{4AFF7702-5926-3E46-9AFB-0A52F13F98F2}" srcOrd="0" destOrd="0" presId="urn:microsoft.com/office/officeart/2005/8/layout/vList2"/>
    <dgm:cxn modelId="{74D3FB0C-A7A9-D049-B254-EF889A594548}" type="presParOf" srcId="{23618211-57FC-6B4D-A864-36BD4560E9DE}" destId="{CF0970ED-6F0C-B540-B5B8-3B2CC272AC65}" srcOrd="0" destOrd="0" presId="urn:microsoft.com/office/officeart/2005/8/layout/vList2"/>
    <dgm:cxn modelId="{821DA02E-BE68-3740-AEF3-AFA42DE53171}" type="presParOf" srcId="{23618211-57FC-6B4D-A864-36BD4560E9DE}" destId="{1D4D319C-D840-664E-97D2-48BAD485E0B1}" srcOrd="1" destOrd="0" presId="urn:microsoft.com/office/officeart/2005/8/layout/vList2"/>
    <dgm:cxn modelId="{B5D83BF4-ECE3-A943-89E6-C6F71F5AAAEF}" type="presParOf" srcId="{23618211-57FC-6B4D-A864-36BD4560E9DE}" destId="{D8AFA29E-34FC-9B4E-9D92-781CDD806C9A}" srcOrd="2" destOrd="0" presId="urn:microsoft.com/office/officeart/2005/8/layout/vList2"/>
    <dgm:cxn modelId="{7CA1651F-C582-AA44-A9DD-18C0870FCF50}" type="presParOf" srcId="{23618211-57FC-6B4D-A864-36BD4560E9DE}" destId="{E77B743D-A642-EF47-B84B-F775A2CFC229}" srcOrd="3" destOrd="0" presId="urn:microsoft.com/office/officeart/2005/8/layout/vList2"/>
    <dgm:cxn modelId="{E1792AAF-0509-A04D-A66A-C75CA34C0D00}" type="presParOf" srcId="{23618211-57FC-6B4D-A864-36BD4560E9DE}" destId="{4AFF7702-5926-3E46-9AFB-0A52F13F98F2}" srcOrd="4" destOrd="0" presId="urn:microsoft.com/office/officeart/2005/8/layout/vList2"/>
    <dgm:cxn modelId="{4E2ED6A5-17C4-AF46-AF5B-CB8FBF4D6D59}" type="presParOf" srcId="{23618211-57FC-6B4D-A864-36BD4560E9DE}" destId="{6A957910-15EC-8C40-B09A-5CF961C69920}" srcOrd="5" destOrd="0" presId="urn:microsoft.com/office/officeart/2005/8/layout/vList2"/>
    <dgm:cxn modelId="{35B89BC3-137D-2F40-A993-07AAEE161ABA}" type="presParOf" srcId="{23618211-57FC-6B4D-A864-36BD4560E9DE}" destId="{FB077FC3-11BA-5B42-84AE-490045605C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EC7B57-EA68-478D-A67C-171A743691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E8C050-D203-4170-BF71-688924DD9D3E}">
      <dgm:prSet/>
      <dgm:spPr/>
      <dgm:t>
        <a:bodyPr/>
        <a:lstStyle/>
        <a:p>
          <a:r>
            <a:rPr lang="en-US"/>
            <a:t>Severity 2 ~63%, Severity 3 ~37%</a:t>
          </a:r>
        </a:p>
      </dgm:t>
    </dgm:pt>
    <dgm:pt modelId="{8AB202F1-928B-48FE-864F-0C591D2AB2C6}" type="parTrans" cxnId="{C0BC3BC8-2BC6-42E2-BC52-609F8025D791}">
      <dgm:prSet/>
      <dgm:spPr/>
      <dgm:t>
        <a:bodyPr/>
        <a:lstStyle/>
        <a:p>
          <a:endParaRPr lang="en-US"/>
        </a:p>
      </dgm:t>
    </dgm:pt>
    <dgm:pt modelId="{5780EEBE-42BC-433B-B61D-8D2975BF6467}" type="sibTrans" cxnId="{C0BC3BC8-2BC6-42E2-BC52-609F8025D791}">
      <dgm:prSet/>
      <dgm:spPr/>
      <dgm:t>
        <a:bodyPr/>
        <a:lstStyle/>
        <a:p>
          <a:endParaRPr lang="en-US"/>
        </a:p>
      </dgm:t>
    </dgm:pt>
    <dgm:pt modelId="{50A8292C-A495-46AA-AED2-2A1D2282FFB1}">
      <dgm:prSet/>
      <dgm:spPr/>
      <dgm:t>
        <a:bodyPr/>
        <a:lstStyle/>
        <a:p>
          <a:r>
            <a:rPr lang="en-US"/>
            <a:t>Severity 1 and 4 &lt;0.1% each (rare)</a:t>
          </a:r>
        </a:p>
      </dgm:t>
    </dgm:pt>
    <dgm:pt modelId="{0C18C269-F2F9-49D8-A7BE-A67BA3FD3D28}" type="parTrans" cxnId="{B396F762-819F-4BE3-B9DE-0A63490EC8E0}">
      <dgm:prSet/>
      <dgm:spPr/>
      <dgm:t>
        <a:bodyPr/>
        <a:lstStyle/>
        <a:p>
          <a:endParaRPr lang="en-US"/>
        </a:p>
      </dgm:t>
    </dgm:pt>
    <dgm:pt modelId="{73BDEAAC-3B7B-44EC-BEF1-C726D68B1D7F}" type="sibTrans" cxnId="{B396F762-819F-4BE3-B9DE-0A63490EC8E0}">
      <dgm:prSet/>
      <dgm:spPr/>
      <dgm:t>
        <a:bodyPr/>
        <a:lstStyle/>
        <a:p>
          <a:endParaRPr lang="en-US"/>
        </a:p>
      </dgm:t>
    </dgm:pt>
    <dgm:pt modelId="{2DBE81F1-D5B4-4B82-AA27-68F20462F791}">
      <dgm:prSet/>
      <dgm:spPr/>
      <dgm:t>
        <a:bodyPr/>
        <a:lstStyle/>
        <a:p>
          <a:r>
            <a:rPr lang="en-US"/>
            <a:t>Distribution consistent across splits</a:t>
          </a:r>
        </a:p>
      </dgm:t>
    </dgm:pt>
    <dgm:pt modelId="{9F0C7C24-251E-4F33-B362-CD4FC15919BB}" type="parTrans" cxnId="{15E61DCC-DCED-48D3-82DC-4EBC80E103F3}">
      <dgm:prSet/>
      <dgm:spPr/>
      <dgm:t>
        <a:bodyPr/>
        <a:lstStyle/>
        <a:p>
          <a:endParaRPr lang="en-US"/>
        </a:p>
      </dgm:t>
    </dgm:pt>
    <dgm:pt modelId="{D79A36B7-1E64-4012-B914-9EA0E2A1632E}" type="sibTrans" cxnId="{15E61DCC-DCED-48D3-82DC-4EBC80E103F3}">
      <dgm:prSet/>
      <dgm:spPr/>
      <dgm:t>
        <a:bodyPr/>
        <a:lstStyle/>
        <a:p>
          <a:endParaRPr lang="en-US"/>
        </a:p>
      </dgm:t>
    </dgm:pt>
    <dgm:pt modelId="{846EE211-DBB5-43D6-9E67-DA4EC6226F9E}">
      <dgm:prSet/>
      <dgm:spPr/>
      <dgm:t>
        <a:bodyPr/>
        <a:lstStyle/>
        <a:p>
          <a:r>
            <a:rPr lang="en-US"/>
            <a:t>Implication: strong class imbalance</a:t>
          </a:r>
        </a:p>
      </dgm:t>
    </dgm:pt>
    <dgm:pt modelId="{48C4BAFD-8023-4343-9094-FC745B3EAECA}" type="parTrans" cxnId="{C8CF96F5-FCF3-48D9-B18E-52FAE0B1F082}">
      <dgm:prSet/>
      <dgm:spPr/>
      <dgm:t>
        <a:bodyPr/>
        <a:lstStyle/>
        <a:p>
          <a:endParaRPr lang="en-US"/>
        </a:p>
      </dgm:t>
    </dgm:pt>
    <dgm:pt modelId="{6CA0902F-85FE-4E64-A8F3-3173C4F52D7B}" type="sibTrans" cxnId="{C8CF96F5-FCF3-48D9-B18E-52FAE0B1F082}">
      <dgm:prSet/>
      <dgm:spPr/>
      <dgm:t>
        <a:bodyPr/>
        <a:lstStyle/>
        <a:p>
          <a:endParaRPr lang="en-US"/>
        </a:p>
      </dgm:t>
    </dgm:pt>
    <dgm:pt modelId="{B2C5437F-FE11-8B46-8DB8-6F0E72296E4F}" type="pres">
      <dgm:prSet presAssocID="{CBEC7B57-EA68-478D-A67C-171A7436912A}" presName="linear" presStyleCnt="0">
        <dgm:presLayoutVars>
          <dgm:animLvl val="lvl"/>
          <dgm:resizeHandles val="exact"/>
        </dgm:presLayoutVars>
      </dgm:prSet>
      <dgm:spPr/>
    </dgm:pt>
    <dgm:pt modelId="{28C6FF20-F519-4E40-978E-821E5B7A98CE}" type="pres">
      <dgm:prSet presAssocID="{42E8C050-D203-4170-BF71-688924DD9D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ED7086-D3BC-8148-9822-B5EA4F2A699B}" type="pres">
      <dgm:prSet presAssocID="{5780EEBE-42BC-433B-B61D-8D2975BF6467}" presName="spacer" presStyleCnt="0"/>
      <dgm:spPr/>
    </dgm:pt>
    <dgm:pt modelId="{ABD2C25D-87ED-7C43-AD57-881908399DF3}" type="pres">
      <dgm:prSet presAssocID="{50A8292C-A495-46AA-AED2-2A1D2282FF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EBA934-F614-A343-815D-E235D0AC559B}" type="pres">
      <dgm:prSet presAssocID="{73BDEAAC-3B7B-44EC-BEF1-C726D68B1D7F}" presName="spacer" presStyleCnt="0"/>
      <dgm:spPr/>
    </dgm:pt>
    <dgm:pt modelId="{87D67839-9546-0145-BBEF-DB8823F76612}" type="pres">
      <dgm:prSet presAssocID="{2DBE81F1-D5B4-4B82-AA27-68F20462F7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CCA32D-AF3D-944A-A089-E563AC5BCD3B}" type="pres">
      <dgm:prSet presAssocID="{D79A36B7-1E64-4012-B914-9EA0E2A1632E}" presName="spacer" presStyleCnt="0"/>
      <dgm:spPr/>
    </dgm:pt>
    <dgm:pt modelId="{69803C79-5D15-F24D-A601-93B745FDBBA3}" type="pres">
      <dgm:prSet presAssocID="{846EE211-DBB5-43D6-9E67-DA4EC6226F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5A231D-D9B7-EE4A-B043-1E6AD837899C}" type="presOf" srcId="{846EE211-DBB5-43D6-9E67-DA4EC6226F9E}" destId="{69803C79-5D15-F24D-A601-93B745FDBBA3}" srcOrd="0" destOrd="0" presId="urn:microsoft.com/office/officeart/2005/8/layout/vList2"/>
    <dgm:cxn modelId="{C51E0F21-8D00-B54A-9AEC-C4F440CD6BF9}" type="presOf" srcId="{2DBE81F1-D5B4-4B82-AA27-68F20462F791}" destId="{87D67839-9546-0145-BBEF-DB8823F76612}" srcOrd="0" destOrd="0" presId="urn:microsoft.com/office/officeart/2005/8/layout/vList2"/>
    <dgm:cxn modelId="{B396F762-819F-4BE3-B9DE-0A63490EC8E0}" srcId="{CBEC7B57-EA68-478D-A67C-171A7436912A}" destId="{50A8292C-A495-46AA-AED2-2A1D2282FFB1}" srcOrd="1" destOrd="0" parTransId="{0C18C269-F2F9-49D8-A7BE-A67BA3FD3D28}" sibTransId="{73BDEAAC-3B7B-44EC-BEF1-C726D68B1D7F}"/>
    <dgm:cxn modelId="{AF7E226C-418A-EA49-93DD-78A11D8D8529}" type="presOf" srcId="{CBEC7B57-EA68-478D-A67C-171A7436912A}" destId="{B2C5437F-FE11-8B46-8DB8-6F0E72296E4F}" srcOrd="0" destOrd="0" presId="urn:microsoft.com/office/officeart/2005/8/layout/vList2"/>
    <dgm:cxn modelId="{82F04281-8457-1348-9C89-4A6A02F74D38}" type="presOf" srcId="{50A8292C-A495-46AA-AED2-2A1D2282FFB1}" destId="{ABD2C25D-87ED-7C43-AD57-881908399DF3}" srcOrd="0" destOrd="0" presId="urn:microsoft.com/office/officeart/2005/8/layout/vList2"/>
    <dgm:cxn modelId="{DBC20898-ABC9-C34F-83CC-3263F4F15A58}" type="presOf" srcId="{42E8C050-D203-4170-BF71-688924DD9D3E}" destId="{28C6FF20-F519-4E40-978E-821E5B7A98CE}" srcOrd="0" destOrd="0" presId="urn:microsoft.com/office/officeart/2005/8/layout/vList2"/>
    <dgm:cxn modelId="{C0BC3BC8-2BC6-42E2-BC52-609F8025D791}" srcId="{CBEC7B57-EA68-478D-A67C-171A7436912A}" destId="{42E8C050-D203-4170-BF71-688924DD9D3E}" srcOrd="0" destOrd="0" parTransId="{8AB202F1-928B-48FE-864F-0C591D2AB2C6}" sibTransId="{5780EEBE-42BC-433B-B61D-8D2975BF6467}"/>
    <dgm:cxn modelId="{15E61DCC-DCED-48D3-82DC-4EBC80E103F3}" srcId="{CBEC7B57-EA68-478D-A67C-171A7436912A}" destId="{2DBE81F1-D5B4-4B82-AA27-68F20462F791}" srcOrd="2" destOrd="0" parTransId="{9F0C7C24-251E-4F33-B362-CD4FC15919BB}" sibTransId="{D79A36B7-1E64-4012-B914-9EA0E2A1632E}"/>
    <dgm:cxn modelId="{C8CF96F5-FCF3-48D9-B18E-52FAE0B1F082}" srcId="{CBEC7B57-EA68-478D-A67C-171A7436912A}" destId="{846EE211-DBB5-43D6-9E67-DA4EC6226F9E}" srcOrd="3" destOrd="0" parTransId="{48C4BAFD-8023-4343-9094-FC745B3EAECA}" sibTransId="{6CA0902F-85FE-4E64-A8F3-3173C4F52D7B}"/>
    <dgm:cxn modelId="{2C5C0D70-5CC1-194F-8D3F-33F504AEF83A}" type="presParOf" srcId="{B2C5437F-FE11-8B46-8DB8-6F0E72296E4F}" destId="{28C6FF20-F519-4E40-978E-821E5B7A98CE}" srcOrd="0" destOrd="0" presId="urn:microsoft.com/office/officeart/2005/8/layout/vList2"/>
    <dgm:cxn modelId="{0D44B358-506E-0F41-84AE-0B55D1FD5789}" type="presParOf" srcId="{B2C5437F-FE11-8B46-8DB8-6F0E72296E4F}" destId="{43ED7086-D3BC-8148-9822-B5EA4F2A699B}" srcOrd="1" destOrd="0" presId="urn:microsoft.com/office/officeart/2005/8/layout/vList2"/>
    <dgm:cxn modelId="{A4068D93-47E5-ED41-A8F3-D8ADF1E647A6}" type="presParOf" srcId="{B2C5437F-FE11-8B46-8DB8-6F0E72296E4F}" destId="{ABD2C25D-87ED-7C43-AD57-881908399DF3}" srcOrd="2" destOrd="0" presId="urn:microsoft.com/office/officeart/2005/8/layout/vList2"/>
    <dgm:cxn modelId="{1469B04E-7493-1246-AEDA-AEE2AAB9608C}" type="presParOf" srcId="{B2C5437F-FE11-8B46-8DB8-6F0E72296E4F}" destId="{F3EBA934-F614-A343-815D-E235D0AC559B}" srcOrd="3" destOrd="0" presId="urn:microsoft.com/office/officeart/2005/8/layout/vList2"/>
    <dgm:cxn modelId="{0D520366-1AD9-004A-B470-F33C6E08BC1C}" type="presParOf" srcId="{B2C5437F-FE11-8B46-8DB8-6F0E72296E4F}" destId="{87D67839-9546-0145-BBEF-DB8823F76612}" srcOrd="4" destOrd="0" presId="urn:microsoft.com/office/officeart/2005/8/layout/vList2"/>
    <dgm:cxn modelId="{0250B839-7B04-2748-A05F-F6F690DB4345}" type="presParOf" srcId="{B2C5437F-FE11-8B46-8DB8-6F0E72296E4F}" destId="{2FCCA32D-AF3D-944A-A089-E563AC5BCD3B}" srcOrd="5" destOrd="0" presId="urn:microsoft.com/office/officeart/2005/8/layout/vList2"/>
    <dgm:cxn modelId="{33552254-BE93-344F-9229-9F904AAF491F}" type="presParOf" srcId="{B2C5437F-FE11-8B46-8DB8-6F0E72296E4F}" destId="{69803C79-5D15-F24D-A601-93B745FDBB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DF7924-8C0A-4066-9AB4-E7A129F7E2B5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E72F4D-8DDA-4DCF-96DE-B87A732041A7}">
      <dgm:prSet/>
      <dgm:spPr/>
      <dgm:t>
        <a:bodyPr/>
        <a:lstStyle/>
        <a:p>
          <a:r>
            <a:rPr lang="en-US"/>
            <a:t>TRY_CAST End_Lat/End_Lng to DOUBLE</a:t>
          </a:r>
        </a:p>
      </dgm:t>
    </dgm:pt>
    <dgm:pt modelId="{0639325E-1E8A-450E-91A1-D36ED2E26A84}" type="parTrans" cxnId="{92CA133A-8923-4847-AC3B-028C92217604}">
      <dgm:prSet/>
      <dgm:spPr/>
      <dgm:t>
        <a:bodyPr/>
        <a:lstStyle/>
        <a:p>
          <a:endParaRPr lang="en-US"/>
        </a:p>
      </dgm:t>
    </dgm:pt>
    <dgm:pt modelId="{572BD0DB-12CE-47AF-92E0-CC9AE74DB944}" type="sibTrans" cxnId="{92CA133A-8923-4847-AC3B-028C92217604}">
      <dgm:prSet/>
      <dgm:spPr/>
      <dgm:t>
        <a:bodyPr/>
        <a:lstStyle/>
        <a:p>
          <a:endParaRPr lang="en-US"/>
        </a:p>
      </dgm:t>
    </dgm:pt>
    <dgm:pt modelId="{426598AB-F49F-465B-B232-34AE57BF8B3F}">
      <dgm:prSet/>
      <dgm:spPr/>
      <dgm:t>
        <a:bodyPr/>
        <a:lstStyle/>
        <a:p>
          <a:r>
            <a:rPr lang="en-US"/>
            <a:t>Boolean fields COALESCE -&gt; 0/1 integers</a:t>
          </a:r>
        </a:p>
      </dgm:t>
    </dgm:pt>
    <dgm:pt modelId="{5300AC13-A1EA-4E3C-B833-2AE0263A0DFD}" type="parTrans" cxnId="{6FE86D88-DD26-4630-BE2D-F3AFE42FE72D}">
      <dgm:prSet/>
      <dgm:spPr/>
      <dgm:t>
        <a:bodyPr/>
        <a:lstStyle/>
        <a:p>
          <a:endParaRPr lang="en-US"/>
        </a:p>
      </dgm:t>
    </dgm:pt>
    <dgm:pt modelId="{39DD159E-FD43-4117-8AC4-912C5FBEC676}" type="sibTrans" cxnId="{6FE86D88-DD26-4630-BE2D-F3AFE42FE72D}">
      <dgm:prSet/>
      <dgm:spPr/>
      <dgm:t>
        <a:bodyPr/>
        <a:lstStyle/>
        <a:p>
          <a:endParaRPr lang="en-US"/>
        </a:p>
      </dgm:t>
    </dgm:pt>
    <dgm:pt modelId="{E8839474-B028-4457-BFCB-4ACC6020F3A6}">
      <dgm:prSet/>
      <dgm:spPr/>
      <dgm:t>
        <a:bodyPr/>
        <a:lstStyle/>
        <a:p>
          <a:r>
            <a:rPr lang="en-US"/>
            <a:t>Categorical NULL/blank -&gt; 'Unknown'</a:t>
          </a:r>
        </a:p>
      </dgm:t>
    </dgm:pt>
    <dgm:pt modelId="{8CDB342B-0B21-4F66-9BC0-B9E89854E6D1}" type="parTrans" cxnId="{383BF3B1-6F95-4F2A-8967-5DEC43D540DD}">
      <dgm:prSet/>
      <dgm:spPr/>
      <dgm:t>
        <a:bodyPr/>
        <a:lstStyle/>
        <a:p>
          <a:endParaRPr lang="en-US"/>
        </a:p>
      </dgm:t>
    </dgm:pt>
    <dgm:pt modelId="{A55CD556-5540-4FBD-A13C-D056D4BBC447}" type="sibTrans" cxnId="{383BF3B1-6F95-4F2A-8967-5DEC43D540DD}">
      <dgm:prSet/>
      <dgm:spPr/>
      <dgm:t>
        <a:bodyPr/>
        <a:lstStyle/>
        <a:p>
          <a:endParaRPr lang="en-US"/>
        </a:p>
      </dgm:t>
    </dgm:pt>
    <dgm:pt modelId="{8B1736DF-F403-46DD-8FF6-8CDBD00C8E1C}">
      <dgm:prSet/>
      <dgm:spPr/>
      <dgm:t>
        <a:bodyPr/>
        <a:lstStyle/>
        <a:p>
          <a:r>
            <a:rPr lang="en-US"/>
            <a:t>Preserve Start_Time for feature engineering</a:t>
          </a:r>
        </a:p>
      </dgm:t>
    </dgm:pt>
    <dgm:pt modelId="{59661EEB-EE5C-425C-9D21-CF7427EA1024}" type="parTrans" cxnId="{B48175FC-F7D6-4F57-BE2C-749BBED2F4AF}">
      <dgm:prSet/>
      <dgm:spPr/>
      <dgm:t>
        <a:bodyPr/>
        <a:lstStyle/>
        <a:p>
          <a:endParaRPr lang="en-US"/>
        </a:p>
      </dgm:t>
    </dgm:pt>
    <dgm:pt modelId="{1AE9C069-52B2-4D21-9C69-630DC672E174}" type="sibTrans" cxnId="{B48175FC-F7D6-4F57-BE2C-749BBED2F4AF}">
      <dgm:prSet/>
      <dgm:spPr/>
      <dgm:t>
        <a:bodyPr/>
        <a:lstStyle/>
        <a:p>
          <a:endParaRPr lang="en-US"/>
        </a:p>
      </dgm:t>
    </dgm:pt>
    <dgm:pt modelId="{76E86CE7-2659-3840-8A8C-05EA7F7C30F4}" type="pres">
      <dgm:prSet presAssocID="{96DF7924-8C0A-4066-9AB4-E7A129F7E2B5}" presName="Name0" presStyleCnt="0">
        <dgm:presLayoutVars>
          <dgm:chMax/>
          <dgm:chPref/>
          <dgm:dir/>
          <dgm:animLvl val="lvl"/>
        </dgm:presLayoutVars>
      </dgm:prSet>
      <dgm:spPr/>
    </dgm:pt>
    <dgm:pt modelId="{0A3EC5BF-5651-2A41-B251-7A10CF900C16}" type="pres">
      <dgm:prSet presAssocID="{B5E72F4D-8DDA-4DCF-96DE-B87A732041A7}" presName="composite" presStyleCnt="0"/>
      <dgm:spPr/>
    </dgm:pt>
    <dgm:pt modelId="{839AB9EC-CAEB-2249-9698-1047E45A9D23}" type="pres">
      <dgm:prSet presAssocID="{B5E72F4D-8DDA-4DCF-96DE-B87A732041A7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6BC4CADB-D4B1-6A44-9FAF-34B9F422A88E}" type="pres">
      <dgm:prSet presAssocID="{B5E72F4D-8DDA-4DCF-96DE-B87A732041A7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69B9563B-A89F-1F4B-B712-62C362D2080A}" type="pres">
      <dgm:prSet presAssocID="{B5E72F4D-8DDA-4DCF-96DE-B87A732041A7}" presName="BalanceSpacing" presStyleCnt="0"/>
      <dgm:spPr/>
    </dgm:pt>
    <dgm:pt modelId="{97CC6958-8280-8D4C-91D1-C43443AD705A}" type="pres">
      <dgm:prSet presAssocID="{B5E72F4D-8DDA-4DCF-96DE-B87A732041A7}" presName="BalanceSpacing1" presStyleCnt="0"/>
      <dgm:spPr/>
    </dgm:pt>
    <dgm:pt modelId="{64EC949F-EB31-8E42-AD91-DF879ADEAA5E}" type="pres">
      <dgm:prSet presAssocID="{572BD0DB-12CE-47AF-92E0-CC9AE74DB944}" presName="Accent1Text" presStyleLbl="node1" presStyleIdx="1" presStyleCnt="8"/>
      <dgm:spPr/>
    </dgm:pt>
    <dgm:pt modelId="{760DF036-DB23-194B-AE9E-29A1AD72F8A4}" type="pres">
      <dgm:prSet presAssocID="{572BD0DB-12CE-47AF-92E0-CC9AE74DB944}" presName="spaceBetweenRectangles" presStyleCnt="0"/>
      <dgm:spPr/>
    </dgm:pt>
    <dgm:pt modelId="{E911846A-D309-E74F-B062-6D107D224527}" type="pres">
      <dgm:prSet presAssocID="{426598AB-F49F-465B-B232-34AE57BF8B3F}" presName="composite" presStyleCnt="0"/>
      <dgm:spPr/>
    </dgm:pt>
    <dgm:pt modelId="{F56A5D07-105C-E041-A919-8FCC6EA96721}" type="pres">
      <dgm:prSet presAssocID="{426598AB-F49F-465B-B232-34AE57BF8B3F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5D77E70D-C6C5-E145-948C-7CD5D33BC8C7}" type="pres">
      <dgm:prSet presAssocID="{426598AB-F49F-465B-B232-34AE57BF8B3F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98800CD-0FF1-564F-B5EF-324794BA0D1B}" type="pres">
      <dgm:prSet presAssocID="{426598AB-F49F-465B-B232-34AE57BF8B3F}" presName="BalanceSpacing" presStyleCnt="0"/>
      <dgm:spPr/>
    </dgm:pt>
    <dgm:pt modelId="{9F373597-1816-6A45-A510-039CA40803F9}" type="pres">
      <dgm:prSet presAssocID="{426598AB-F49F-465B-B232-34AE57BF8B3F}" presName="BalanceSpacing1" presStyleCnt="0"/>
      <dgm:spPr/>
    </dgm:pt>
    <dgm:pt modelId="{8F43F28F-15D1-2046-B0A7-D7815253FBD5}" type="pres">
      <dgm:prSet presAssocID="{39DD159E-FD43-4117-8AC4-912C5FBEC676}" presName="Accent1Text" presStyleLbl="node1" presStyleIdx="3" presStyleCnt="8"/>
      <dgm:spPr/>
    </dgm:pt>
    <dgm:pt modelId="{A8C4E476-1C87-E243-A624-7B33710E2D35}" type="pres">
      <dgm:prSet presAssocID="{39DD159E-FD43-4117-8AC4-912C5FBEC676}" presName="spaceBetweenRectangles" presStyleCnt="0"/>
      <dgm:spPr/>
    </dgm:pt>
    <dgm:pt modelId="{35A8E486-BC4A-BC4A-9819-79FA8201C54B}" type="pres">
      <dgm:prSet presAssocID="{E8839474-B028-4457-BFCB-4ACC6020F3A6}" presName="composite" presStyleCnt="0"/>
      <dgm:spPr/>
    </dgm:pt>
    <dgm:pt modelId="{AF92F5E8-E5F0-CF42-BB71-FCFD6EC7E937}" type="pres">
      <dgm:prSet presAssocID="{E8839474-B028-4457-BFCB-4ACC6020F3A6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8151FC69-D68B-BA42-96CA-ADB93F03D45D}" type="pres">
      <dgm:prSet presAssocID="{E8839474-B028-4457-BFCB-4ACC6020F3A6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913B2F9-104C-254B-BA35-189CEF5061F2}" type="pres">
      <dgm:prSet presAssocID="{E8839474-B028-4457-BFCB-4ACC6020F3A6}" presName="BalanceSpacing" presStyleCnt="0"/>
      <dgm:spPr/>
    </dgm:pt>
    <dgm:pt modelId="{3B21FE9A-8018-9446-9C6F-CB8670964923}" type="pres">
      <dgm:prSet presAssocID="{E8839474-B028-4457-BFCB-4ACC6020F3A6}" presName="BalanceSpacing1" presStyleCnt="0"/>
      <dgm:spPr/>
    </dgm:pt>
    <dgm:pt modelId="{422786F2-9ED3-C049-8DAC-3E35D51898F7}" type="pres">
      <dgm:prSet presAssocID="{A55CD556-5540-4FBD-A13C-D056D4BBC447}" presName="Accent1Text" presStyleLbl="node1" presStyleIdx="5" presStyleCnt="8"/>
      <dgm:spPr/>
    </dgm:pt>
    <dgm:pt modelId="{34E2BA40-8F63-AC47-9335-24F15F0473FE}" type="pres">
      <dgm:prSet presAssocID="{A55CD556-5540-4FBD-A13C-D056D4BBC447}" presName="spaceBetweenRectangles" presStyleCnt="0"/>
      <dgm:spPr/>
    </dgm:pt>
    <dgm:pt modelId="{F53563BF-AF31-B141-BE5C-0F7ACE981057}" type="pres">
      <dgm:prSet presAssocID="{8B1736DF-F403-46DD-8FF6-8CDBD00C8E1C}" presName="composite" presStyleCnt="0"/>
      <dgm:spPr/>
    </dgm:pt>
    <dgm:pt modelId="{535C0796-248A-6E4F-8237-E44D3CAECC45}" type="pres">
      <dgm:prSet presAssocID="{8B1736DF-F403-46DD-8FF6-8CDBD00C8E1C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779137AB-C862-A147-8011-F38A5B30AF0A}" type="pres">
      <dgm:prSet presAssocID="{8B1736DF-F403-46DD-8FF6-8CDBD00C8E1C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779FC301-70E7-DC40-8BE0-C32448D031E9}" type="pres">
      <dgm:prSet presAssocID="{8B1736DF-F403-46DD-8FF6-8CDBD00C8E1C}" presName="BalanceSpacing" presStyleCnt="0"/>
      <dgm:spPr/>
    </dgm:pt>
    <dgm:pt modelId="{499E5CB5-12A5-F545-8692-6D6AB45A77BF}" type="pres">
      <dgm:prSet presAssocID="{8B1736DF-F403-46DD-8FF6-8CDBD00C8E1C}" presName="BalanceSpacing1" presStyleCnt="0"/>
      <dgm:spPr/>
    </dgm:pt>
    <dgm:pt modelId="{1EEF03D9-7F45-9841-A4D1-9208731E3BEE}" type="pres">
      <dgm:prSet presAssocID="{1AE9C069-52B2-4D21-9C69-630DC672E174}" presName="Accent1Text" presStyleLbl="node1" presStyleIdx="7" presStyleCnt="8"/>
      <dgm:spPr/>
    </dgm:pt>
  </dgm:ptLst>
  <dgm:cxnLst>
    <dgm:cxn modelId="{43DD7D12-558C-994B-B6DB-54C3B163E650}" type="presOf" srcId="{426598AB-F49F-465B-B232-34AE57BF8B3F}" destId="{F56A5D07-105C-E041-A919-8FCC6EA96721}" srcOrd="0" destOrd="0" presId="urn:microsoft.com/office/officeart/2008/layout/AlternatingHexagons"/>
    <dgm:cxn modelId="{6495FC22-0E76-2241-A269-F92D1F3F9CD7}" type="presOf" srcId="{1AE9C069-52B2-4D21-9C69-630DC672E174}" destId="{1EEF03D9-7F45-9841-A4D1-9208731E3BEE}" srcOrd="0" destOrd="0" presId="urn:microsoft.com/office/officeart/2008/layout/AlternatingHexagons"/>
    <dgm:cxn modelId="{FABCBF23-98AC-DF4C-AD9B-EBE23F216622}" type="presOf" srcId="{96DF7924-8C0A-4066-9AB4-E7A129F7E2B5}" destId="{76E86CE7-2659-3840-8A8C-05EA7F7C30F4}" srcOrd="0" destOrd="0" presId="urn:microsoft.com/office/officeart/2008/layout/AlternatingHexagons"/>
    <dgm:cxn modelId="{92CA133A-8923-4847-AC3B-028C92217604}" srcId="{96DF7924-8C0A-4066-9AB4-E7A129F7E2B5}" destId="{B5E72F4D-8DDA-4DCF-96DE-B87A732041A7}" srcOrd="0" destOrd="0" parTransId="{0639325E-1E8A-450E-91A1-D36ED2E26A84}" sibTransId="{572BD0DB-12CE-47AF-92E0-CC9AE74DB944}"/>
    <dgm:cxn modelId="{EAD52976-2FD8-1D4E-8699-665C91D9E252}" type="presOf" srcId="{E8839474-B028-4457-BFCB-4ACC6020F3A6}" destId="{AF92F5E8-E5F0-CF42-BB71-FCFD6EC7E937}" srcOrd="0" destOrd="0" presId="urn:microsoft.com/office/officeart/2008/layout/AlternatingHexagons"/>
    <dgm:cxn modelId="{20FBB67D-C8DF-A045-BC37-5F1A0B29BF24}" type="presOf" srcId="{39DD159E-FD43-4117-8AC4-912C5FBEC676}" destId="{8F43F28F-15D1-2046-B0A7-D7815253FBD5}" srcOrd="0" destOrd="0" presId="urn:microsoft.com/office/officeart/2008/layout/AlternatingHexagons"/>
    <dgm:cxn modelId="{6FE86D88-DD26-4630-BE2D-F3AFE42FE72D}" srcId="{96DF7924-8C0A-4066-9AB4-E7A129F7E2B5}" destId="{426598AB-F49F-465B-B232-34AE57BF8B3F}" srcOrd="1" destOrd="0" parTransId="{5300AC13-A1EA-4E3C-B833-2AE0263A0DFD}" sibTransId="{39DD159E-FD43-4117-8AC4-912C5FBEC676}"/>
    <dgm:cxn modelId="{D1BEEA9F-4A78-6243-91D4-FC2BA94D1A9B}" type="presOf" srcId="{B5E72F4D-8DDA-4DCF-96DE-B87A732041A7}" destId="{839AB9EC-CAEB-2249-9698-1047E45A9D23}" srcOrd="0" destOrd="0" presId="urn:microsoft.com/office/officeart/2008/layout/AlternatingHexagons"/>
    <dgm:cxn modelId="{7E6057AF-DE45-D441-B929-B3FB9056B83E}" type="presOf" srcId="{572BD0DB-12CE-47AF-92E0-CC9AE74DB944}" destId="{64EC949F-EB31-8E42-AD91-DF879ADEAA5E}" srcOrd="0" destOrd="0" presId="urn:microsoft.com/office/officeart/2008/layout/AlternatingHexagons"/>
    <dgm:cxn modelId="{383BF3B1-6F95-4F2A-8967-5DEC43D540DD}" srcId="{96DF7924-8C0A-4066-9AB4-E7A129F7E2B5}" destId="{E8839474-B028-4457-BFCB-4ACC6020F3A6}" srcOrd="2" destOrd="0" parTransId="{8CDB342B-0B21-4F66-9BC0-B9E89854E6D1}" sibTransId="{A55CD556-5540-4FBD-A13C-D056D4BBC447}"/>
    <dgm:cxn modelId="{97ABDCC4-AB6D-084A-96C5-921D09484404}" type="presOf" srcId="{A55CD556-5540-4FBD-A13C-D056D4BBC447}" destId="{422786F2-9ED3-C049-8DAC-3E35D51898F7}" srcOrd="0" destOrd="0" presId="urn:microsoft.com/office/officeart/2008/layout/AlternatingHexagons"/>
    <dgm:cxn modelId="{400D2FCE-AD72-1942-BD15-47FAE2BC9B01}" type="presOf" srcId="{8B1736DF-F403-46DD-8FF6-8CDBD00C8E1C}" destId="{535C0796-248A-6E4F-8237-E44D3CAECC45}" srcOrd="0" destOrd="0" presId="urn:microsoft.com/office/officeart/2008/layout/AlternatingHexagons"/>
    <dgm:cxn modelId="{B48175FC-F7D6-4F57-BE2C-749BBED2F4AF}" srcId="{96DF7924-8C0A-4066-9AB4-E7A129F7E2B5}" destId="{8B1736DF-F403-46DD-8FF6-8CDBD00C8E1C}" srcOrd="3" destOrd="0" parTransId="{59661EEB-EE5C-425C-9D21-CF7427EA1024}" sibTransId="{1AE9C069-52B2-4D21-9C69-630DC672E174}"/>
    <dgm:cxn modelId="{7C965AA8-D298-5E4A-952E-40B911EBB3D3}" type="presParOf" srcId="{76E86CE7-2659-3840-8A8C-05EA7F7C30F4}" destId="{0A3EC5BF-5651-2A41-B251-7A10CF900C16}" srcOrd="0" destOrd="0" presId="urn:microsoft.com/office/officeart/2008/layout/AlternatingHexagons"/>
    <dgm:cxn modelId="{CDACF3A6-A6F9-8B44-99E7-E068E35A7B53}" type="presParOf" srcId="{0A3EC5BF-5651-2A41-B251-7A10CF900C16}" destId="{839AB9EC-CAEB-2249-9698-1047E45A9D23}" srcOrd="0" destOrd="0" presId="urn:microsoft.com/office/officeart/2008/layout/AlternatingHexagons"/>
    <dgm:cxn modelId="{682D416A-3D2B-1348-94C8-9115126B0E6C}" type="presParOf" srcId="{0A3EC5BF-5651-2A41-B251-7A10CF900C16}" destId="{6BC4CADB-D4B1-6A44-9FAF-34B9F422A88E}" srcOrd="1" destOrd="0" presId="urn:microsoft.com/office/officeart/2008/layout/AlternatingHexagons"/>
    <dgm:cxn modelId="{6C44AA95-C2D5-2642-9C74-4C2387601506}" type="presParOf" srcId="{0A3EC5BF-5651-2A41-B251-7A10CF900C16}" destId="{69B9563B-A89F-1F4B-B712-62C362D2080A}" srcOrd="2" destOrd="0" presId="urn:microsoft.com/office/officeart/2008/layout/AlternatingHexagons"/>
    <dgm:cxn modelId="{37AB21F0-6368-5A4F-A056-13FF5C3CC868}" type="presParOf" srcId="{0A3EC5BF-5651-2A41-B251-7A10CF900C16}" destId="{97CC6958-8280-8D4C-91D1-C43443AD705A}" srcOrd="3" destOrd="0" presId="urn:microsoft.com/office/officeart/2008/layout/AlternatingHexagons"/>
    <dgm:cxn modelId="{D532544A-167E-9F45-9659-6772CDD50527}" type="presParOf" srcId="{0A3EC5BF-5651-2A41-B251-7A10CF900C16}" destId="{64EC949F-EB31-8E42-AD91-DF879ADEAA5E}" srcOrd="4" destOrd="0" presId="urn:microsoft.com/office/officeart/2008/layout/AlternatingHexagons"/>
    <dgm:cxn modelId="{655E10EA-98B2-B64A-B1DE-39C00CE4178C}" type="presParOf" srcId="{76E86CE7-2659-3840-8A8C-05EA7F7C30F4}" destId="{760DF036-DB23-194B-AE9E-29A1AD72F8A4}" srcOrd="1" destOrd="0" presId="urn:microsoft.com/office/officeart/2008/layout/AlternatingHexagons"/>
    <dgm:cxn modelId="{C93F3977-2DCA-3141-8D2C-EB4C92D390ED}" type="presParOf" srcId="{76E86CE7-2659-3840-8A8C-05EA7F7C30F4}" destId="{E911846A-D309-E74F-B062-6D107D224527}" srcOrd="2" destOrd="0" presId="urn:microsoft.com/office/officeart/2008/layout/AlternatingHexagons"/>
    <dgm:cxn modelId="{793DE255-2C71-8044-B5F2-92E8488F58D0}" type="presParOf" srcId="{E911846A-D309-E74F-B062-6D107D224527}" destId="{F56A5D07-105C-E041-A919-8FCC6EA96721}" srcOrd="0" destOrd="0" presId="urn:microsoft.com/office/officeart/2008/layout/AlternatingHexagons"/>
    <dgm:cxn modelId="{360FB9DF-6182-4949-896D-D9EC6B444126}" type="presParOf" srcId="{E911846A-D309-E74F-B062-6D107D224527}" destId="{5D77E70D-C6C5-E145-948C-7CD5D33BC8C7}" srcOrd="1" destOrd="0" presId="urn:microsoft.com/office/officeart/2008/layout/AlternatingHexagons"/>
    <dgm:cxn modelId="{F7DE9A48-4DF0-8044-B0AE-F49A654700F2}" type="presParOf" srcId="{E911846A-D309-E74F-B062-6D107D224527}" destId="{B98800CD-0FF1-564F-B5EF-324794BA0D1B}" srcOrd="2" destOrd="0" presId="urn:microsoft.com/office/officeart/2008/layout/AlternatingHexagons"/>
    <dgm:cxn modelId="{E7AE76AD-64AE-0A4D-863B-E02C2B1D02D5}" type="presParOf" srcId="{E911846A-D309-E74F-B062-6D107D224527}" destId="{9F373597-1816-6A45-A510-039CA40803F9}" srcOrd="3" destOrd="0" presId="urn:microsoft.com/office/officeart/2008/layout/AlternatingHexagons"/>
    <dgm:cxn modelId="{D97CAE41-0D21-054E-97E9-831A5B31E191}" type="presParOf" srcId="{E911846A-D309-E74F-B062-6D107D224527}" destId="{8F43F28F-15D1-2046-B0A7-D7815253FBD5}" srcOrd="4" destOrd="0" presId="urn:microsoft.com/office/officeart/2008/layout/AlternatingHexagons"/>
    <dgm:cxn modelId="{031C5145-8383-DD4A-B0DE-7C47FA754795}" type="presParOf" srcId="{76E86CE7-2659-3840-8A8C-05EA7F7C30F4}" destId="{A8C4E476-1C87-E243-A624-7B33710E2D35}" srcOrd="3" destOrd="0" presId="urn:microsoft.com/office/officeart/2008/layout/AlternatingHexagons"/>
    <dgm:cxn modelId="{EBFF35C1-D44D-7042-BD14-B427B7D796DC}" type="presParOf" srcId="{76E86CE7-2659-3840-8A8C-05EA7F7C30F4}" destId="{35A8E486-BC4A-BC4A-9819-79FA8201C54B}" srcOrd="4" destOrd="0" presId="urn:microsoft.com/office/officeart/2008/layout/AlternatingHexagons"/>
    <dgm:cxn modelId="{45297008-54F5-5448-8941-F5D827E7F339}" type="presParOf" srcId="{35A8E486-BC4A-BC4A-9819-79FA8201C54B}" destId="{AF92F5E8-E5F0-CF42-BB71-FCFD6EC7E937}" srcOrd="0" destOrd="0" presId="urn:microsoft.com/office/officeart/2008/layout/AlternatingHexagons"/>
    <dgm:cxn modelId="{7C87BEC1-84EA-D743-8205-AF5AE3B78CAC}" type="presParOf" srcId="{35A8E486-BC4A-BC4A-9819-79FA8201C54B}" destId="{8151FC69-D68B-BA42-96CA-ADB93F03D45D}" srcOrd="1" destOrd="0" presId="urn:microsoft.com/office/officeart/2008/layout/AlternatingHexagons"/>
    <dgm:cxn modelId="{E7905562-C35F-BA46-828D-1839C6E8B6C5}" type="presParOf" srcId="{35A8E486-BC4A-BC4A-9819-79FA8201C54B}" destId="{6913B2F9-104C-254B-BA35-189CEF5061F2}" srcOrd="2" destOrd="0" presId="urn:microsoft.com/office/officeart/2008/layout/AlternatingHexagons"/>
    <dgm:cxn modelId="{EEC64018-8232-8646-BAA1-29D2D5E95C0B}" type="presParOf" srcId="{35A8E486-BC4A-BC4A-9819-79FA8201C54B}" destId="{3B21FE9A-8018-9446-9C6F-CB8670964923}" srcOrd="3" destOrd="0" presId="urn:microsoft.com/office/officeart/2008/layout/AlternatingHexagons"/>
    <dgm:cxn modelId="{AA98665B-0AC7-2A44-829E-EFF6A1732C0F}" type="presParOf" srcId="{35A8E486-BC4A-BC4A-9819-79FA8201C54B}" destId="{422786F2-9ED3-C049-8DAC-3E35D51898F7}" srcOrd="4" destOrd="0" presId="urn:microsoft.com/office/officeart/2008/layout/AlternatingHexagons"/>
    <dgm:cxn modelId="{7B82BE59-F7F7-3545-863D-3B604D5FDC70}" type="presParOf" srcId="{76E86CE7-2659-3840-8A8C-05EA7F7C30F4}" destId="{34E2BA40-8F63-AC47-9335-24F15F0473FE}" srcOrd="5" destOrd="0" presId="urn:microsoft.com/office/officeart/2008/layout/AlternatingHexagons"/>
    <dgm:cxn modelId="{DEBEA356-404C-1649-A691-C10F72E01AD3}" type="presParOf" srcId="{76E86CE7-2659-3840-8A8C-05EA7F7C30F4}" destId="{F53563BF-AF31-B141-BE5C-0F7ACE981057}" srcOrd="6" destOrd="0" presId="urn:microsoft.com/office/officeart/2008/layout/AlternatingHexagons"/>
    <dgm:cxn modelId="{8172C5A0-8E2E-A44D-9D0C-2D82BA8BDD3D}" type="presParOf" srcId="{F53563BF-AF31-B141-BE5C-0F7ACE981057}" destId="{535C0796-248A-6E4F-8237-E44D3CAECC45}" srcOrd="0" destOrd="0" presId="urn:microsoft.com/office/officeart/2008/layout/AlternatingHexagons"/>
    <dgm:cxn modelId="{6E428B41-1022-D644-91C6-6298BAEA48C3}" type="presParOf" srcId="{F53563BF-AF31-B141-BE5C-0F7ACE981057}" destId="{779137AB-C862-A147-8011-F38A5B30AF0A}" srcOrd="1" destOrd="0" presId="urn:microsoft.com/office/officeart/2008/layout/AlternatingHexagons"/>
    <dgm:cxn modelId="{E68E7390-10C8-9D4D-AA6F-2EFF217C53F9}" type="presParOf" srcId="{F53563BF-AF31-B141-BE5C-0F7ACE981057}" destId="{779FC301-70E7-DC40-8BE0-C32448D031E9}" srcOrd="2" destOrd="0" presId="urn:microsoft.com/office/officeart/2008/layout/AlternatingHexagons"/>
    <dgm:cxn modelId="{956CE0C2-2FC0-394F-814E-BE253DF0B9AF}" type="presParOf" srcId="{F53563BF-AF31-B141-BE5C-0F7ACE981057}" destId="{499E5CB5-12A5-F545-8692-6D6AB45A77BF}" srcOrd="3" destOrd="0" presId="urn:microsoft.com/office/officeart/2008/layout/AlternatingHexagons"/>
    <dgm:cxn modelId="{34DFA525-4201-5749-A7DE-224774AE4EAD}" type="presParOf" srcId="{F53563BF-AF31-B141-BE5C-0F7ACE981057}" destId="{1EEF03D9-7F45-9841-A4D1-9208731E3BE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0F1EC7-748E-4E54-9DE7-5229C73709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21CF37-2DA8-43E9-A3E3-2284FC42030A}">
      <dgm:prSet/>
      <dgm:spPr/>
      <dgm:t>
        <a:bodyPr/>
        <a:lstStyle/>
        <a:p>
          <a:r>
            <a:rPr lang="en-US"/>
            <a:t>Derive: start_year, start_month, start_day</a:t>
          </a:r>
        </a:p>
      </dgm:t>
    </dgm:pt>
    <dgm:pt modelId="{B550DBD1-6E73-4877-B1EA-276AF66004EA}" type="parTrans" cxnId="{D9683F9C-CA27-446E-B46A-CCDA97E5EECC}">
      <dgm:prSet/>
      <dgm:spPr/>
      <dgm:t>
        <a:bodyPr/>
        <a:lstStyle/>
        <a:p>
          <a:endParaRPr lang="en-US"/>
        </a:p>
      </dgm:t>
    </dgm:pt>
    <dgm:pt modelId="{76F545D4-3F3E-4553-B51D-A0ADA4FDC898}" type="sibTrans" cxnId="{D9683F9C-CA27-446E-B46A-CCDA97E5EECC}">
      <dgm:prSet/>
      <dgm:spPr/>
      <dgm:t>
        <a:bodyPr/>
        <a:lstStyle/>
        <a:p>
          <a:endParaRPr lang="en-US"/>
        </a:p>
      </dgm:t>
    </dgm:pt>
    <dgm:pt modelId="{5F587CCC-D98F-45D7-9EFB-AC314B7E9714}">
      <dgm:prSet/>
      <dgm:spPr/>
      <dgm:t>
        <a:bodyPr/>
        <a:lstStyle/>
        <a:p>
          <a:r>
            <a:rPr lang="en-US"/>
            <a:t>Derive: start_dayofweek, start_hour</a:t>
          </a:r>
        </a:p>
      </dgm:t>
    </dgm:pt>
    <dgm:pt modelId="{6EDD9ED9-05A2-4B53-9AAC-9FC61B72E1B3}" type="parTrans" cxnId="{C5F4553B-773F-445C-BEF2-D4599C6E1D46}">
      <dgm:prSet/>
      <dgm:spPr/>
      <dgm:t>
        <a:bodyPr/>
        <a:lstStyle/>
        <a:p>
          <a:endParaRPr lang="en-US"/>
        </a:p>
      </dgm:t>
    </dgm:pt>
    <dgm:pt modelId="{430EC4C8-DB57-46F7-99A4-900C3BDAADE5}" type="sibTrans" cxnId="{C5F4553B-773F-445C-BEF2-D4599C6E1D46}">
      <dgm:prSet/>
      <dgm:spPr/>
      <dgm:t>
        <a:bodyPr/>
        <a:lstStyle/>
        <a:p>
          <a:endParaRPr lang="en-US"/>
        </a:p>
      </dgm:t>
    </dgm:pt>
    <dgm:pt modelId="{66D4ABD7-84D6-48A9-ACCD-D6CE1AAB3E9B}">
      <dgm:prSet/>
      <dgm:spPr/>
      <dgm:t>
        <a:bodyPr/>
        <a:lstStyle/>
        <a:p>
          <a:r>
            <a:rPr lang="en-US"/>
            <a:t>is_weekend = CASE WHEN dayofweek in (0,6) THEN 1 ELSE 0</a:t>
          </a:r>
        </a:p>
      </dgm:t>
    </dgm:pt>
    <dgm:pt modelId="{AD27C42D-8458-4891-9409-10CB3320AD0C}" type="parTrans" cxnId="{6BCBFB15-C044-4224-980A-C420C1F041C5}">
      <dgm:prSet/>
      <dgm:spPr/>
      <dgm:t>
        <a:bodyPr/>
        <a:lstStyle/>
        <a:p>
          <a:endParaRPr lang="en-US"/>
        </a:p>
      </dgm:t>
    </dgm:pt>
    <dgm:pt modelId="{00CB8D07-1BCF-44FA-8715-E85D9E791316}" type="sibTrans" cxnId="{6BCBFB15-C044-4224-980A-C420C1F041C5}">
      <dgm:prSet/>
      <dgm:spPr/>
      <dgm:t>
        <a:bodyPr/>
        <a:lstStyle/>
        <a:p>
          <a:endParaRPr lang="en-US"/>
        </a:p>
      </dgm:t>
    </dgm:pt>
    <dgm:pt modelId="{3B600D1E-9C03-496F-8BB5-4CBA2724423F}">
      <dgm:prSet/>
      <dgm:spPr/>
      <dgm:t>
        <a:bodyPr/>
        <a:lstStyle/>
        <a:p>
          <a:r>
            <a:rPr lang="en-US"/>
            <a:t>Exclude post-incident features (no leakage)</a:t>
          </a:r>
        </a:p>
      </dgm:t>
    </dgm:pt>
    <dgm:pt modelId="{D5E7A4EF-036D-437C-8A16-CCE8BDFB9E80}" type="parTrans" cxnId="{65C46CAF-BED7-4549-95DA-FFDC6EC6F354}">
      <dgm:prSet/>
      <dgm:spPr/>
      <dgm:t>
        <a:bodyPr/>
        <a:lstStyle/>
        <a:p>
          <a:endParaRPr lang="en-US"/>
        </a:p>
      </dgm:t>
    </dgm:pt>
    <dgm:pt modelId="{C75DE5BE-AB7F-4265-813C-6E16B58B55B3}" type="sibTrans" cxnId="{65C46CAF-BED7-4549-95DA-FFDC6EC6F354}">
      <dgm:prSet/>
      <dgm:spPr/>
      <dgm:t>
        <a:bodyPr/>
        <a:lstStyle/>
        <a:p>
          <a:endParaRPr lang="en-US"/>
        </a:p>
      </dgm:t>
    </dgm:pt>
    <dgm:pt modelId="{A05608EB-BDBC-2346-A79E-CDACA9E65418}" type="pres">
      <dgm:prSet presAssocID="{940F1EC7-748E-4E54-9DE7-5229C737094C}" presName="linear" presStyleCnt="0">
        <dgm:presLayoutVars>
          <dgm:animLvl val="lvl"/>
          <dgm:resizeHandles val="exact"/>
        </dgm:presLayoutVars>
      </dgm:prSet>
      <dgm:spPr/>
    </dgm:pt>
    <dgm:pt modelId="{2ACB092C-89D9-9040-A7CC-6015022C179F}" type="pres">
      <dgm:prSet presAssocID="{F321CF37-2DA8-43E9-A3E3-2284FC4203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529BDF-7CB3-D141-887D-053231517ED9}" type="pres">
      <dgm:prSet presAssocID="{76F545D4-3F3E-4553-B51D-A0ADA4FDC898}" presName="spacer" presStyleCnt="0"/>
      <dgm:spPr/>
    </dgm:pt>
    <dgm:pt modelId="{85432C6B-69FE-9E4F-A749-1B5CB61CDDA1}" type="pres">
      <dgm:prSet presAssocID="{5F587CCC-D98F-45D7-9EFB-AC314B7E97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6B88A6-78DF-4D47-BC34-A3A6E6698E9D}" type="pres">
      <dgm:prSet presAssocID="{430EC4C8-DB57-46F7-99A4-900C3BDAADE5}" presName="spacer" presStyleCnt="0"/>
      <dgm:spPr/>
    </dgm:pt>
    <dgm:pt modelId="{280967CB-EE69-B24D-9327-89A8313123F4}" type="pres">
      <dgm:prSet presAssocID="{66D4ABD7-84D6-48A9-ACCD-D6CE1AAB3E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D2944B-F4F7-4144-B7DF-305EE70B9F45}" type="pres">
      <dgm:prSet presAssocID="{00CB8D07-1BCF-44FA-8715-E85D9E791316}" presName="spacer" presStyleCnt="0"/>
      <dgm:spPr/>
    </dgm:pt>
    <dgm:pt modelId="{768274BA-54AF-FE47-8235-E31C59F12B2F}" type="pres">
      <dgm:prSet presAssocID="{3B600D1E-9C03-496F-8BB5-4CBA2724423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A0A809-73DC-AE4B-95CE-35252F8BF999}" type="presOf" srcId="{940F1EC7-748E-4E54-9DE7-5229C737094C}" destId="{A05608EB-BDBC-2346-A79E-CDACA9E65418}" srcOrd="0" destOrd="0" presId="urn:microsoft.com/office/officeart/2005/8/layout/vList2"/>
    <dgm:cxn modelId="{6BCBFB15-C044-4224-980A-C420C1F041C5}" srcId="{940F1EC7-748E-4E54-9DE7-5229C737094C}" destId="{66D4ABD7-84D6-48A9-ACCD-D6CE1AAB3E9B}" srcOrd="2" destOrd="0" parTransId="{AD27C42D-8458-4891-9409-10CB3320AD0C}" sibTransId="{00CB8D07-1BCF-44FA-8715-E85D9E791316}"/>
    <dgm:cxn modelId="{3A02D82C-3351-4445-9C1B-21C10CAC626B}" type="presOf" srcId="{5F587CCC-D98F-45D7-9EFB-AC314B7E9714}" destId="{85432C6B-69FE-9E4F-A749-1B5CB61CDDA1}" srcOrd="0" destOrd="0" presId="urn:microsoft.com/office/officeart/2005/8/layout/vList2"/>
    <dgm:cxn modelId="{C5F4553B-773F-445C-BEF2-D4599C6E1D46}" srcId="{940F1EC7-748E-4E54-9DE7-5229C737094C}" destId="{5F587CCC-D98F-45D7-9EFB-AC314B7E9714}" srcOrd="1" destOrd="0" parTransId="{6EDD9ED9-05A2-4B53-9AAC-9FC61B72E1B3}" sibTransId="{430EC4C8-DB57-46F7-99A4-900C3BDAADE5}"/>
    <dgm:cxn modelId="{4B3B3282-B2A3-C24C-9AFD-83784A9B6C6A}" type="presOf" srcId="{66D4ABD7-84D6-48A9-ACCD-D6CE1AAB3E9B}" destId="{280967CB-EE69-B24D-9327-89A8313123F4}" srcOrd="0" destOrd="0" presId="urn:microsoft.com/office/officeart/2005/8/layout/vList2"/>
    <dgm:cxn modelId="{D9683F9C-CA27-446E-B46A-CCDA97E5EECC}" srcId="{940F1EC7-748E-4E54-9DE7-5229C737094C}" destId="{F321CF37-2DA8-43E9-A3E3-2284FC42030A}" srcOrd="0" destOrd="0" parTransId="{B550DBD1-6E73-4877-B1EA-276AF66004EA}" sibTransId="{76F545D4-3F3E-4553-B51D-A0ADA4FDC898}"/>
    <dgm:cxn modelId="{9477DE9C-28B2-A642-B0AF-B9D0B978BCF7}" type="presOf" srcId="{3B600D1E-9C03-496F-8BB5-4CBA2724423F}" destId="{768274BA-54AF-FE47-8235-E31C59F12B2F}" srcOrd="0" destOrd="0" presId="urn:microsoft.com/office/officeart/2005/8/layout/vList2"/>
    <dgm:cxn modelId="{7276EDA3-39B4-BC40-B5C4-9CA6D802EE39}" type="presOf" srcId="{F321CF37-2DA8-43E9-A3E3-2284FC42030A}" destId="{2ACB092C-89D9-9040-A7CC-6015022C179F}" srcOrd="0" destOrd="0" presId="urn:microsoft.com/office/officeart/2005/8/layout/vList2"/>
    <dgm:cxn modelId="{65C46CAF-BED7-4549-95DA-FFDC6EC6F354}" srcId="{940F1EC7-748E-4E54-9DE7-5229C737094C}" destId="{3B600D1E-9C03-496F-8BB5-4CBA2724423F}" srcOrd="3" destOrd="0" parTransId="{D5E7A4EF-036D-437C-8A16-CCE8BDFB9E80}" sibTransId="{C75DE5BE-AB7F-4265-813C-6E16B58B55B3}"/>
    <dgm:cxn modelId="{EDC67EDD-1D6F-BC43-9B76-3998D20F98B9}" type="presParOf" srcId="{A05608EB-BDBC-2346-A79E-CDACA9E65418}" destId="{2ACB092C-89D9-9040-A7CC-6015022C179F}" srcOrd="0" destOrd="0" presId="urn:microsoft.com/office/officeart/2005/8/layout/vList2"/>
    <dgm:cxn modelId="{FFBAA9DA-944D-594D-8138-564659B7CC43}" type="presParOf" srcId="{A05608EB-BDBC-2346-A79E-CDACA9E65418}" destId="{A5529BDF-7CB3-D141-887D-053231517ED9}" srcOrd="1" destOrd="0" presId="urn:microsoft.com/office/officeart/2005/8/layout/vList2"/>
    <dgm:cxn modelId="{47A832A2-2447-9848-95C2-D5C7034AF53E}" type="presParOf" srcId="{A05608EB-BDBC-2346-A79E-CDACA9E65418}" destId="{85432C6B-69FE-9E4F-A749-1B5CB61CDDA1}" srcOrd="2" destOrd="0" presId="urn:microsoft.com/office/officeart/2005/8/layout/vList2"/>
    <dgm:cxn modelId="{DD937D5E-BEA6-5F49-A359-EEFB3969BDF6}" type="presParOf" srcId="{A05608EB-BDBC-2346-A79E-CDACA9E65418}" destId="{326B88A6-78DF-4D47-BC34-A3A6E6698E9D}" srcOrd="3" destOrd="0" presId="urn:microsoft.com/office/officeart/2005/8/layout/vList2"/>
    <dgm:cxn modelId="{6E5E938E-61D6-C243-94AF-447348E4102A}" type="presParOf" srcId="{A05608EB-BDBC-2346-A79E-CDACA9E65418}" destId="{280967CB-EE69-B24D-9327-89A8313123F4}" srcOrd="4" destOrd="0" presId="urn:microsoft.com/office/officeart/2005/8/layout/vList2"/>
    <dgm:cxn modelId="{566FF948-D1E8-5E48-A289-FFE6C9FD8FB0}" type="presParOf" srcId="{A05608EB-BDBC-2346-A79E-CDACA9E65418}" destId="{B7D2944B-F4F7-4144-B7DF-305EE70B9F45}" srcOrd="5" destOrd="0" presId="urn:microsoft.com/office/officeart/2005/8/layout/vList2"/>
    <dgm:cxn modelId="{158F563E-4063-5640-A8EF-793AF2AF7ACB}" type="presParOf" srcId="{A05608EB-BDBC-2346-A79E-CDACA9E65418}" destId="{768274BA-54AF-FE47-8235-E31C59F12B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880C470-AF85-4668-89C3-B1DDE7C6072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407604-FE9F-4FAC-B0A8-4846CA9505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 transformations to train/val/test via DuckDB</a:t>
          </a:r>
        </a:p>
      </dgm:t>
    </dgm:pt>
    <dgm:pt modelId="{9FA92970-3B9E-4821-B9AA-215AFC4860ED}" type="parTrans" cxnId="{5DB768AC-B391-4BF0-B6FD-F2F76A26D202}">
      <dgm:prSet/>
      <dgm:spPr/>
      <dgm:t>
        <a:bodyPr/>
        <a:lstStyle/>
        <a:p>
          <a:endParaRPr lang="en-US"/>
        </a:p>
      </dgm:t>
    </dgm:pt>
    <dgm:pt modelId="{A2D1DB9A-6DC6-4164-B681-C9E4DA9BDAA2}" type="sibTrans" cxnId="{5DB768AC-B391-4BF0-B6FD-F2F76A26D202}">
      <dgm:prSet/>
      <dgm:spPr/>
      <dgm:t>
        <a:bodyPr/>
        <a:lstStyle/>
        <a:p>
          <a:endParaRPr lang="en-US"/>
        </a:p>
      </dgm:t>
    </dgm:pt>
    <dgm:pt modelId="{C5B2D6DD-1F2C-4BF5-81B8-1849A26FC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Outputs: *_features.parquet</a:t>
          </a:r>
        </a:p>
      </dgm:t>
    </dgm:pt>
    <dgm:pt modelId="{33050123-3FFC-4B93-8059-24055A7A854E}" type="parTrans" cxnId="{AAF5BFF9-E54B-4A94-8D60-93A324327CD7}">
      <dgm:prSet/>
      <dgm:spPr/>
      <dgm:t>
        <a:bodyPr/>
        <a:lstStyle/>
        <a:p>
          <a:endParaRPr lang="en-US"/>
        </a:p>
      </dgm:t>
    </dgm:pt>
    <dgm:pt modelId="{37634ED9-5C57-4FEA-BBA3-A59EAB09BABF}" type="sibTrans" cxnId="{AAF5BFF9-E54B-4A94-8D60-93A324327CD7}">
      <dgm:prSet/>
      <dgm:spPr/>
      <dgm:t>
        <a:bodyPr/>
        <a:lstStyle/>
        <a:p>
          <a:endParaRPr lang="en-US"/>
        </a:p>
      </dgm:t>
    </dgm:pt>
    <dgm:pt modelId="{52AEA221-21E0-4595-984C-904F8B96D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Consistent schema across splits</a:t>
          </a:r>
        </a:p>
      </dgm:t>
    </dgm:pt>
    <dgm:pt modelId="{0C0BB068-F3D5-41CA-896C-20B7BC32AD25}" type="parTrans" cxnId="{3ACABAAE-61F0-4336-95CD-6B8F9F7BA717}">
      <dgm:prSet/>
      <dgm:spPr/>
      <dgm:t>
        <a:bodyPr/>
        <a:lstStyle/>
        <a:p>
          <a:endParaRPr lang="en-US"/>
        </a:p>
      </dgm:t>
    </dgm:pt>
    <dgm:pt modelId="{077124F3-09FD-4AFE-B571-718491967EBD}" type="sibTrans" cxnId="{3ACABAAE-61F0-4336-95CD-6B8F9F7BA717}">
      <dgm:prSet/>
      <dgm:spPr/>
      <dgm:t>
        <a:bodyPr/>
        <a:lstStyle/>
        <a:p>
          <a:endParaRPr lang="en-US"/>
        </a:p>
      </dgm:t>
    </dgm:pt>
    <dgm:pt modelId="{871DB23E-A1B1-4BD8-ABB3-543859EDF1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Ready for modeling and EDA</a:t>
          </a:r>
        </a:p>
      </dgm:t>
    </dgm:pt>
    <dgm:pt modelId="{EE4954EF-8742-4FAB-B1B0-64CEDC7050DC}" type="parTrans" cxnId="{F18136E5-0832-4144-84AB-AFEDDB3A7DF0}">
      <dgm:prSet/>
      <dgm:spPr/>
      <dgm:t>
        <a:bodyPr/>
        <a:lstStyle/>
        <a:p>
          <a:endParaRPr lang="en-US"/>
        </a:p>
      </dgm:t>
    </dgm:pt>
    <dgm:pt modelId="{49A54235-1AD4-4F01-9EC1-BA6E1E2C09E3}" type="sibTrans" cxnId="{F18136E5-0832-4144-84AB-AFEDDB3A7DF0}">
      <dgm:prSet/>
      <dgm:spPr/>
      <dgm:t>
        <a:bodyPr/>
        <a:lstStyle/>
        <a:p>
          <a:endParaRPr lang="en-US"/>
        </a:p>
      </dgm:t>
    </dgm:pt>
    <dgm:pt modelId="{8129189E-CDF6-49CC-B476-B3147CF8B693}" type="pres">
      <dgm:prSet presAssocID="{F880C470-AF85-4668-89C3-B1DDE7C60720}" presName="root" presStyleCnt="0">
        <dgm:presLayoutVars>
          <dgm:dir/>
          <dgm:resizeHandles val="exact"/>
        </dgm:presLayoutVars>
      </dgm:prSet>
      <dgm:spPr/>
    </dgm:pt>
    <dgm:pt modelId="{19990B13-CFB2-49DB-941F-A6D7DA4A7EAE}" type="pres">
      <dgm:prSet presAssocID="{EA407604-FE9F-4FAC-B0A8-4846CA9505C2}" presName="compNode" presStyleCnt="0"/>
      <dgm:spPr/>
    </dgm:pt>
    <dgm:pt modelId="{A6B2558F-5A8C-4BE7-95DD-AB13ED7621F2}" type="pres">
      <dgm:prSet presAssocID="{EA407604-FE9F-4FAC-B0A8-4846CA9505C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6F22844E-8B82-43CB-90E4-D36EA51B9D5C}" type="pres">
      <dgm:prSet presAssocID="{EA407604-FE9F-4FAC-B0A8-4846CA9505C2}" presName="spaceRect" presStyleCnt="0"/>
      <dgm:spPr/>
    </dgm:pt>
    <dgm:pt modelId="{209E0BB9-E64E-4120-ACF0-6DF80A8A23BD}" type="pres">
      <dgm:prSet presAssocID="{EA407604-FE9F-4FAC-B0A8-4846CA9505C2}" presName="textRect" presStyleLbl="revTx" presStyleIdx="0" presStyleCnt="4">
        <dgm:presLayoutVars>
          <dgm:chMax val="1"/>
          <dgm:chPref val="1"/>
        </dgm:presLayoutVars>
      </dgm:prSet>
      <dgm:spPr/>
    </dgm:pt>
    <dgm:pt modelId="{96710E16-9B07-4D86-8251-459991C28841}" type="pres">
      <dgm:prSet presAssocID="{A2D1DB9A-6DC6-4164-B681-C9E4DA9BDAA2}" presName="sibTrans" presStyleCnt="0"/>
      <dgm:spPr/>
    </dgm:pt>
    <dgm:pt modelId="{71EC24BB-EFFE-4226-8CF9-4DE8997A93A7}" type="pres">
      <dgm:prSet presAssocID="{C5B2D6DD-1F2C-4BF5-81B8-1849A26FCF00}" presName="compNode" presStyleCnt="0"/>
      <dgm:spPr/>
    </dgm:pt>
    <dgm:pt modelId="{D7F21132-4ABA-4D84-AC3F-FA566BC18FFF}" type="pres">
      <dgm:prSet presAssocID="{C5B2D6DD-1F2C-4BF5-81B8-1849A26FCF0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EBE7919-2615-4C17-ACA7-3ABE7D5984A0}" type="pres">
      <dgm:prSet presAssocID="{C5B2D6DD-1F2C-4BF5-81B8-1849A26FCF00}" presName="spaceRect" presStyleCnt="0"/>
      <dgm:spPr/>
    </dgm:pt>
    <dgm:pt modelId="{20E74370-5A62-4DBE-A9AE-5367EC522900}" type="pres">
      <dgm:prSet presAssocID="{C5B2D6DD-1F2C-4BF5-81B8-1849A26FCF00}" presName="textRect" presStyleLbl="revTx" presStyleIdx="1" presStyleCnt="4">
        <dgm:presLayoutVars>
          <dgm:chMax val="1"/>
          <dgm:chPref val="1"/>
        </dgm:presLayoutVars>
      </dgm:prSet>
      <dgm:spPr/>
    </dgm:pt>
    <dgm:pt modelId="{71499F58-0E73-4A9A-90E9-67AB95DB2838}" type="pres">
      <dgm:prSet presAssocID="{37634ED9-5C57-4FEA-BBA3-A59EAB09BABF}" presName="sibTrans" presStyleCnt="0"/>
      <dgm:spPr/>
    </dgm:pt>
    <dgm:pt modelId="{F35C7CD7-504F-4ECE-AEA7-A7FFF57D15E7}" type="pres">
      <dgm:prSet presAssocID="{52AEA221-21E0-4595-984C-904F8B96D3CF}" presName="compNode" presStyleCnt="0"/>
      <dgm:spPr/>
    </dgm:pt>
    <dgm:pt modelId="{69A12765-BE26-404B-87DA-8781768DC320}" type="pres">
      <dgm:prSet presAssocID="{52AEA221-21E0-4595-984C-904F8B96D3C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549C488-8BDF-47D9-AF02-E0D76BA8FBDD}" type="pres">
      <dgm:prSet presAssocID="{52AEA221-21E0-4595-984C-904F8B96D3CF}" presName="spaceRect" presStyleCnt="0"/>
      <dgm:spPr/>
    </dgm:pt>
    <dgm:pt modelId="{87DDCA1B-ED8E-4AF5-9843-3D91AAE50DC7}" type="pres">
      <dgm:prSet presAssocID="{52AEA221-21E0-4595-984C-904F8B96D3CF}" presName="textRect" presStyleLbl="revTx" presStyleIdx="2" presStyleCnt="4">
        <dgm:presLayoutVars>
          <dgm:chMax val="1"/>
          <dgm:chPref val="1"/>
        </dgm:presLayoutVars>
      </dgm:prSet>
      <dgm:spPr/>
    </dgm:pt>
    <dgm:pt modelId="{BA9D4F3C-4A5C-4D5A-B9AB-F67668797B23}" type="pres">
      <dgm:prSet presAssocID="{077124F3-09FD-4AFE-B571-718491967EBD}" presName="sibTrans" presStyleCnt="0"/>
      <dgm:spPr/>
    </dgm:pt>
    <dgm:pt modelId="{4A28958C-038A-4E8B-A2E8-AF4EA24F92D4}" type="pres">
      <dgm:prSet presAssocID="{871DB23E-A1B1-4BD8-ABB3-543859EDF1D8}" presName="compNode" presStyleCnt="0"/>
      <dgm:spPr/>
    </dgm:pt>
    <dgm:pt modelId="{FC09B72E-DA99-453D-A9F6-07A575E940F8}" type="pres">
      <dgm:prSet presAssocID="{871DB23E-A1B1-4BD8-ABB3-543859EDF1D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32A4BC2-D004-4CEA-9B3F-88B98D8967AD}" type="pres">
      <dgm:prSet presAssocID="{871DB23E-A1B1-4BD8-ABB3-543859EDF1D8}" presName="spaceRect" presStyleCnt="0"/>
      <dgm:spPr/>
    </dgm:pt>
    <dgm:pt modelId="{F5BFA954-6CD9-4252-8547-76489A94A37C}" type="pres">
      <dgm:prSet presAssocID="{871DB23E-A1B1-4BD8-ABB3-543859EDF1D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975E1E-9E64-4CB4-AD01-FF5951380D49}" type="presOf" srcId="{C5B2D6DD-1F2C-4BF5-81B8-1849A26FCF00}" destId="{20E74370-5A62-4DBE-A9AE-5367EC522900}" srcOrd="0" destOrd="0" presId="urn:microsoft.com/office/officeart/2018/2/layout/IconLabelList"/>
    <dgm:cxn modelId="{97CE2D69-8031-4A89-A224-4835CBAE3950}" type="presOf" srcId="{52AEA221-21E0-4595-984C-904F8B96D3CF}" destId="{87DDCA1B-ED8E-4AF5-9843-3D91AAE50DC7}" srcOrd="0" destOrd="0" presId="urn:microsoft.com/office/officeart/2018/2/layout/IconLabelList"/>
    <dgm:cxn modelId="{96E936A5-3242-4534-A0A4-3726B462F209}" type="presOf" srcId="{F880C470-AF85-4668-89C3-B1DDE7C60720}" destId="{8129189E-CDF6-49CC-B476-B3147CF8B693}" srcOrd="0" destOrd="0" presId="urn:microsoft.com/office/officeart/2018/2/layout/IconLabelList"/>
    <dgm:cxn modelId="{5DB768AC-B391-4BF0-B6FD-F2F76A26D202}" srcId="{F880C470-AF85-4668-89C3-B1DDE7C60720}" destId="{EA407604-FE9F-4FAC-B0A8-4846CA9505C2}" srcOrd="0" destOrd="0" parTransId="{9FA92970-3B9E-4821-B9AA-215AFC4860ED}" sibTransId="{A2D1DB9A-6DC6-4164-B681-C9E4DA9BDAA2}"/>
    <dgm:cxn modelId="{3ACABAAE-61F0-4336-95CD-6B8F9F7BA717}" srcId="{F880C470-AF85-4668-89C3-B1DDE7C60720}" destId="{52AEA221-21E0-4595-984C-904F8B96D3CF}" srcOrd="2" destOrd="0" parTransId="{0C0BB068-F3D5-41CA-896C-20B7BC32AD25}" sibTransId="{077124F3-09FD-4AFE-B571-718491967EBD}"/>
    <dgm:cxn modelId="{951569B0-56E4-445C-8C3D-7B48E7652B39}" type="presOf" srcId="{871DB23E-A1B1-4BD8-ABB3-543859EDF1D8}" destId="{F5BFA954-6CD9-4252-8547-76489A94A37C}" srcOrd="0" destOrd="0" presId="urn:microsoft.com/office/officeart/2018/2/layout/IconLabelList"/>
    <dgm:cxn modelId="{AB402DB5-03E3-4594-8658-B3A8FD69612A}" type="presOf" srcId="{EA407604-FE9F-4FAC-B0A8-4846CA9505C2}" destId="{209E0BB9-E64E-4120-ACF0-6DF80A8A23BD}" srcOrd="0" destOrd="0" presId="urn:microsoft.com/office/officeart/2018/2/layout/IconLabelList"/>
    <dgm:cxn modelId="{F18136E5-0832-4144-84AB-AFEDDB3A7DF0}" srcId="{F880C470-AF85-4668-89C3-B1DDE7C60720}" destId="{871DB23E-A1B1-4BD8-ABB3-543859EDF1D8}" srcOrd="3" destOrd="0" parTransId="{EE4954EF-8742-4FAB-B1B0-64CEDC7050DC}" sibTransId="{49A54235-1AD4-4F01-9EC1-BA6E1E2C09E3}"/>
    <dgm:cxn modelId="{AAF5BFF9-E54B-4A94-8D60-93A324327CD7}" srcId="{F880C470-AF85-4668-89C3-B1DDE7C60720}" destId="{C5B2D6DD-1F2C-4BF5-81B8-1849A26FCF00}" srcOrd="1" destOrd="0" parTransId="{33050123-3FFC-4B93-8059-24055A7A854E}" sibTransId="{37634ED9-5C57-4FEA-BBA3-A59EAB09BABF}"/>
    <dgm:cxn modelId="{34B7D2FA-49D9-4FC8-98C9-25797E962F5F}" type="presParOf" srcId="{8129189E-CDF6-49CC-B476-B3147CF8B693}" destId="{19990B13-CFB2-49DB-941F-A6D7DA4A7EAE}" srcOrd="0" destOrd="0" presId="urn:microsoft.com/office/officeart/2018/2/layout/IconLabelList"/>
    <dgm:cxn modelId="{1C8F00BF-D4E0-4712-A646-D442E64BC7C0}" type="presParOf" srcId="{19990B13-CFB2-49DB-941F-A6D7DA4A7EAE}" destId="{A6B2558F-5A8C-4BE7-95DD-AB13ED7621F2}" srcOrd="0" destOrd="0" presId="urn:microsoft.com/office/officeart/2018/2/layout/IconLabelList"/>
    <dgm:cxn modelId="{309FF493-D218-4149-AD53-462DB45289C2}" type="presParOf" srcId="{19990B13-CFB2-49DB-941F-A6D7DA4A7EAE}" destId="{6F22844E-8B82-43CB-90E4-D36EA51B9D5C}" srcOrd="1" destOrd="0" presId="urn:microsoft.com/office/officeart/2018/2/layout/IconLabelList"/>
    <dgm:cxn modelId="{7BA1A2B0-81F1-4D64-BC48-9786C10A667A}" type="presParOf" srcId="{19990B13-CFB2-49DB-941F-A6D7DA4A7EAE}" destId="{209E0BB9-E64E-4120-ACF0-6DF80A8A23BD}" srcOrd="2" destOrd="0" presId="urn:microsoft.com/office/officeart/2018/2/layout/IconLabelList"/>
    <dgm:cxn modelId="{394EC6F9-8024-47AC-86F7-6FCEDF25EACF}" type="presParOf" srcId="{8129189E-CDF6-49CC-B476-B3147CF8B693}" destId="{96710E16-9B07-4D86-8251-459991C28841}" srcOrd="1" destOrd="0" presId="urn:microsoft.com/office/officeart/2018/2/layout/IconLabelList"/>
    <dgm:cxn modelId="{9AA9462F-FF6A-4DB2-9F00-D52B0B9CEB7A}" type="presParOf" srcId="{8129189E-CDF6-49CC-B476-B3147CF8B693}" destId="{71EC24BB-EFFE-4226-8CF9-4DE8997A93A7}" srcOrd="2" destOrd="0" presId="urn:microsoft.com/office/officeart/2018/2/layout/IconLabelList"/>
    <dgm:cxn modelId="{2E81DEF5-1105-46E6-B866-6C7A44053FD6}" type="presParOf" srcId="{71EC24BB-EFFE-4226-8CF9-4DE8997A93A7}" destId="{D7F21132-4ABA-4D84-AC3F-FA566BC18FFF}" srcOrd="0" destOrd="0" presId="urn:microsoft.com/office/officeart/2018/2/layout/IconLabelList"/>
    <dgm:cxn modelId="{519BE355-BEE6-45D6-8C3E-B82CA0F666A5}" type="presParOf" srcId="{71EC24BB-EFFE-4226-8CF9-4DE8997A93A7}" destId="{FEBE7919-2615-4C17-ACA7-3ABE7D5984A0}" srcOrd="1" destOrd="0" presId="urn:microsoft.com/office/officeart/2018/2/layout/IconLabelList"/>
    <dgm:cxn modelId="{A773680C-DA3C-4D2C-AD8D-69E3B10201B3}" type="presParOf" srcId="{71EC24BB-EFFE-4226-8CF9-4DE8997A93A7}" destId="{20E74370-5A62-4DBE-A9AE-5367EC522900}" srcOrd="2" destOrd="0" presId="urn:microsoft.com/office/officeart/2018/2/layout/IconLabelList"/>
    <dgm:cxn modelId="{40A76BCA-C716-489D-B69E-633C06D0A388}" type="presParOf" srcId="{8129189E-CDF6-49CC-B476-B3147CF8B693}" destId="{71499F58-0E73-4A9A-90E9-67AB95DB2838}" srcOrd="3" destOrd="0" presId="urn:microsoft.com/office/officeart/2018/2/layout/IconLabelList"/>
    <dgm:cxn modelId="{16E75309-2579-4DCD-9BEC-3439E459A342}" type="presParOf" srcId="{8129189E-CDF6-49CC-B476-B3147CF8B693}" destId="{F35C7CD7-504F-4ECE-AEA7-A7FFF57D15E7}" srcOrd="4" destOrd="0" presId="urn:microsoft.com/office/officeart/2018/2/layout/IconLabelList"/>
    <dgm:cxn modelId="{64FFDCDA-7455-460A-9457-C3F2A1B0F142}" type="presParOf" srcId="{F35C7CD7-504F-4ECE-AEA7-A7FFF57D15E7}" destId="{69A12765-BE26-404B-87DA-8781768DC320}" srcOrd="0" destOrd="0" presId="urn:microsoft.com/office/officeart/2018/2/layout/IconLabelList"/>
    <dgm:cxn modelId="{E4B3B12E-D4B0-43FA-87A4-1360B2D95AAA}" type="presParOf" srcId="{F35C7CD7-504F-4ECE-AEA7-A7FFF57D15E7}" destId="{E549C488-8BDF-47D9-AF02-E0D76BA8FBDD}" srcOrd="1" destOrd="0" presId="urn:microsoft.com/office/officeart/2018/2/layout/IconLabelList"/>
    <dgm:cxn modelId="{F88186F0-5F5B-447D-961B-5804C9CC7C66}" type="presParOf" srcId="{F35C7CD7-504F-4ECE-AEA7-A7FFF57D15E7}" destId="{87DDCA1B-ED8E-4AF5-9843-3D91AAE50DC7}" srcOrd="2" destOrd="0" presId="urn:microsoft.com/office/officeart/2018/2/layout/IconLabelList"/>
    <dgm:cxn modelId="{647735BF-7C2F-4788-AD53-B58B423563DA}" type="presParOf" srcId="{8129189E-CDF6-49CC-B476-B3147CF8B693}" destId="{BA9D4F3C-4A5C-4D5A-B9AB-F67668797B23}" srcOrd="5" destOrd="0" presId="urn:microsoft.com/office/officeart/2018/2/layout/IconLabelList"/>
    <dgm:cxn modelId="{D2CDB395-2C70-4DE0-BAC2-819AE20606A9}" type="presParOf" srcId="{8129189E-CDF6-49CC-B476-B3147CF8B693}" destId="{4A28958C-038A-4E8B-A2E8-AF4EA24F92D4}" srcOrd="6" destOrd="0" presId="urn:microsoft.com/office/officeart/2018/2/layout/IconLabelList"/>
    <dgm:cxn modelId="{5102B6CB-5954-47C5-9EEC-D090C0973C23}" type="presParOf" srcId="{4A28958C-038A-4E8B-A2E8-AF4EA24F92D4}" destId="{FC09B72E-DA99-453D-A9F6-07A575E940F8}" srcOrd="0" destOrd="0" presId="urn:microsoft.com/office/officeart/2018/2/layout/IconLabelList"/>
    <dgm:cxn modelId="{47603A3B-4626-4DE4-805D-988E1CFFFAED}" type="presParOf" srcId="{4A28958C-038A-4E8B-A2E8-AF4EA24F92D4}" destId="{C32A4BC2-D004-4CEA-9B3F-88B98D8967AD}" srcOrd="1" destOrd="0" presId="urn:microsoft.com/office/officeart/2018/2/layout/IconLabelList"/>
    <dgm:cxn modelId="{BAA90ED6-4D29-4E97-A5DD-48EC199BA87D}" type="presParOf" srcId="{4A28958C-038A-4E8B-A2E8-AF4EA24F92D4}" destId="{F5BFA954-6CD9-4252-8547-76489A94A3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BFE97E5-CC66-4A1F-BDF3-A00444E63E6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8BD9E14-AC53-44EF-8355-7C4BD8CACC53}">
      <dgm:prSet/>
      <dgm:spPr/>
      <dgm:t>
        <a:bodyPr/>
        <a:lstStyle/>
        <a:p>
          <a:r>
            <a:rPr lang="en-US"/>
            <a:t>Rows: 209,511 (train)</a:t>
          </a:r>
        </a:p>
      </dgm:t>
    </dgm:pt>
    <dgm:pt modelId="{2581B001-6C99-4788-8F79-14477C9D67F3}" type="parTrans" cxnId="{E8B6B372-688C-435E-8B73-E06D485BF104}">
      <dgm:prSet/>
      <dgm:spPr/>
      <dgm:t>
        <a:bodyPr/>
        <a:lstStyle/>
        <a:p>
          <a:endParaRPr lang="en-US"/>
        </a:p>
      </dgm:t>
    </dgm:pt>
    <dgm:pt modelId="{B55558F3-6D6D-4202-BE92-705521182462}" type="sibTrans" cxnId="{E8B6B372-688C-435E-8B73-E06D485BF104}">
      <dgm:prSet/>
      <dgm:spPr/>
      <dgm:t>
        <a:bodyPr/>
        <a:lstStyle/>
        <a:p>
          <a:endParaRPr lang="en-US"/>
        </a:p>
      </dgm:t>
    </dgm:pt>
    <dgm:pt modelId="{B01A6533-1B09-43FE-8AAC-2FF126FA1034}">
      <dgm:prSet/>
      <dgm:spPr/>
      <dgm:t>
        <a:bodyPr/>
        <a:lstStyle/>
        <a:p>
          <a:r>
            <a:rPr lang="en-US"/>
            <a:t>High severity rate ~0.372</a:t>
          </a:r>
        </a:p>
      </dgm:t>
    </dgm:pt>
    <dgm:pt modelId="{B7F4936B-BAFB-49B4-9CFA-E681FDF734AC}" type="parTrans" cxnId="{D913F0FB-1DF8-4B59-BCFC-5B5E10FA6D6F}">
      <dgm:prSet/>
      <dgm:spPr/>
      <dgm:t>
        <a:bodyPr/>
        <a:lstStyle/>
        <a:p>
          <a:endParaRPr lang="en-US"/>
        </a:p>
      </dgm:t>
    </dgm:pt>
    <dgm:pt modelId="{49A88299-7AF0-4D4E-9287-C2229CADCF80}" type="sibTrans" cxnId="{D913F0FB-1DF8-4B59-BCFC-5B5E10FA6D6F}">
      <dgm:prSet/>
      <dgm:spPr/>
      <dgm:t>
        <a:bodyPr/>
        <a:lstStyle/>
        <a:p>
          <a:endParaRPr lang="en-US"/>
        </a:p>
      </dgm:t>
    </dgm:pt>
    <dgm:pt modelId="{2028D0B1-8026-4DA1-9B8C-402C9B64899B}">
      <dgm:prSet/>
      <dgm:spPr/>
      <dgm:t>
        <a:bodyPr/>
        <a:lstStyle/>
        <a:p>
          <a:r>
            <a:rPr lang="en-US"/>
            <a:t>Avg distance ~0.0486 miles</a:t>
          </a:r>
        </a:p>
      </dgm:t>
    </dgm:pt>
    <dgm:pt modelId="{9735CAF7-AC24-4125-9860-4D8ABCE5F9C7}" type="parTrans" cxnId="{F023A922-F770-4D95-BE70-96D91774DE1E}">
      <dgm:prSet/>
      <dgm:spPr/>
      <dgm:t>
        <a:bodyPr/>
        <a:lstStyle/>
        <a:p>
          <a:endParaRPr lang="en-US"/>
        </a:p>
      </dgm:t>
    </dgm:pt>
    <dgm:pt modelId="{10067B6D-1C12-43B8-B688-4E7913C33B56}" type="sibTrans" cxnId="{F023A922-F770-4D95-BE70-96D91774DE1E}">
      <dgm:prSet/>
      <dgm:spPr/>
      <dgm:t>
        <a:bodyPr/>
        <a:lstStyle/>
        <a:p>
          <a:endParaRPr lang="en-US"/>
        </a:p>
      </dgm:t>
    </dgm:pt>
    <dgm:pt modelId="{ACA08A06-F2B0-4F85-9967-55CCACD1E96A}">
      <dgm:prSet/>
      <dgm:spPr/>
      <dgm:t>
        <a:bodyPr/>
        <a:lstStyle/>
        <a:p>
          <a:r>
            <a:rPr lang="en-US"/>
            <a:t>Sanity check on distributions</a:t>
          </a:r>
        </a:p>
      </dgm:t>
    </dgm:pt>
    <dgm:pt modelId="{7CD3A1D4-B5A1-44DD-9950-DD24F3B2B6D0}" type="parTrans" cxnId="{88156562-C125-401E-AE6A-775C33FEF102}">
      <dgm:prSet/>
      <dgm:spPr/>
      <dgm:t>
        <a:bodyPr/>
        <a:lstStyle/>
        <a:p>
          <a:endParaRPr lang="en-US"/>
        </a:p>
      </dgm:t>
    </dgm:pt>
    <dgm:pt modelId="{023E9F91-1ED3-4F4D-B967-7433290213B3}" type="sibTrans" cxnId="{88156562-C125-401E-AE6A-775C33FEF102}">
      <dgm:prSet/>
      <dgm:spPr/>
      <dgm:t>
        <a:bodyPr/>
        <a:lstStyle/>
        <a:p>
          <a:endParaRPr lang="en-US"/>
        </a:p>
      </dgm:t>
    </dgm:pt>
    <dgm:pt modelId="{AB4B303D-8BED-4CDC-AE27-BFFD9CA3F505}" type="pres">
      <dgm:prSet presAssocID="{0BFE97E5-CC66-4A1F-BDF3-A00444E63E69}" presName="root" presStyleCnt="0">
        <dgm:presLayoutVars>
          <dgm:dir/>
          <dgm:resizeHandles val="exact"/>
        </dgm:presLayoutVars>
      </dgm:prSet>
      <dgm:spPr/>
    </dgm:pt>
    <dgm:pt modelId="{2E6D5557-C13B-41CA-A099-4FDD6F3719FE}" type="pres">
      <dgm:prSet presAssocID="{F8BD9E14-AC53-44EF-8355-7C4BD8CACC53}" presName="compNode" presStyleCnt="0"/>
      <dgm:spPr/>
    </dgm:pt>
    <dgm:pt modelId="{138BFEE2-FC27-4E16-B9BC-563D5E68E3B9}" type="pres">
      <dgm:prSet presAssocID="{F8BD9E14-AC53-44EF-8355-7C4BD8CACC5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D0978B2-25D7-4E3B-8145-9BFD9E0FFA17}" type="pres">
      <dgm:prSet presAssocID="{F8BD9E14-AC53-44EF-8355-7C4BD8CACC53}" presName="spaceRect" presStyleCnt="0"/>
      <dgm:spPr/>
    </dgm:pt>
    <dgm:pt modelId="{EBDEFDA1-D24A-4F07-BA2D-9D11627FEE36}" type="pres">
      <dgm:prSet presAssocID="{F8BD9E14-AC53-44EF-8355-7C4BD8CACC53}" presName="textRect" presStyleLbl="revTx" presStyleIdx="0" presStyleCnt="4">
        <dgm:presLayoutVars>
          <dgm:chMax val="1"/>
          <dgm:chPref val="1"/>
        </dgm:presLayoutVars>
      </dgm:prSet>
      <dgm:spPr/>
    </dgm:pt>
    <dgm:pt modelId="{F9876DE0-3BE5-44B2-B13F-A8541DF4D122}" type="pres">
      <dgm:prSet presAssocID="{B55558F3-6D6D-4202-BE92-705521182462}" presName="sibTrans" presStyleCnt="0"/>
      <dgm:spPr/>
    </dgm:pt>
    <dgm:pt modelId="{3E159232-761A-497F-8D64-29C6F4523056}" type="pres">
      <dgm:prSet presAssocID="{B01A6533-1B09-43FE-8AAC-2FF126FA1034}" presName="compNode" presStyleCnt="0"/>
      <dgm:spPr/>
    </dgm:pt>
    <dgm:pt modelId="{FC1DCB2B-3569-4F72-8A9D-205EDA0B7D60}" type="pres">
      <dgm:prSet presAssocID="{B01A6533-1B09-43FE-8AAC-2FF126FA103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03B494-A3FB-41C1-B7BF-B212B6CF762B}" type="pres">
      <dgm:prSet presAssocID="{B01A6533-1B09-43FE-8AAC-2FF126FA1034}" presName="spaceRect" presStyleCnt="0"/>
      <dgm:spPr/>
    </dgm:pt>
    <dgm:pt modelId="{6BE5656F-0F48-412E-9711-025C0DE8EB98}" type="pres">
      <dgm:prSet presAssocID="{B01A6533-1B09-43FE-8AAC-2FF126FA1034}" presName="textRect" presStyleLbl="revTx" presStyleIdx="1" presStyleCnt="4">
        <dgm:presLayoutVars>
          <dgm:chMax val="1"/>
          <dgm:chPref val="1"/>
        </dgm:presLayoutVars>
      </dgm:prSet>
      <dgm:spPr/>
    </dgm:pt>
    <dgm:pt modelId="{176AA5BE-D2D6-4551-84A1-55EBF24ABD42}" type="pres">
      <dgm:prSet presAssocID="{49A88299-7AF0-4D4E-9287-C2229CADCF80}" presName="sibTrans" presStyleCnt="0"/>
      <dgm:spPr/>
    </dgm:pt>
    <dgm:pt modelId="{A62065ED-961A-400D-BCEF-E1F3E5D4366F}" type="pres">
      <dgm:prSet presAssocID="{2028D0B1-8026-4DA1-9B8C-402C9B64899B}" presName="compNode" presStyleCnt="0"/>
      <dgm:spPr/>
    </dgm:pt>
    <dgm:pt modelId="{D81EC00C-2420-44E5-B358-817D49773B85}" type="pres">
      <dgm:prSet presAssocID="{2028D0B1-8026-4DA1-9B8C-402C9B64899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4F097190-37F9-4FE3-91DF-79F25938FE90}" type="pres">
      <dgm:prSet presAssocID="{2028D0B1-8026-4DA1-9B8C-402C9B64899B}" presName="spaceRect" presStyleCnt="0"/>
      <dgm:spPr/>
    </dgm:pt>
    <dgm:pt modelId="{BB96E6B0-6468-41DE-83CC-D2093694B4A7}" type="pres">
      <dgm:prSet presAssocID="{2028D0B1-8026-4DA1-9B8C-402C9B64899B}" presName="textRect" presStyleLbl="revTx" presStyleIdx="2" presStyleCnt="4">
        <dgm:presLayoutVars>
          <dgm:chMax val="1"/>
          <dgm:chPref val="1"/>
        </dgm:presLayoutVars>
      </dgm:prSet>
      <dgm:spPr/>
    </dgm:pt>
    <dgm:pt modelId="{58D4A2B7-26AB-4643-A7C4-13AF45C53EF4}" type="pres">
      <dgm:prSet presAssocID="{10067B6D-1C12-43B8-B688-4E7913C33B56}" presName="sibTrans" presStyleCnt="0"/>
      <dgm:spPr/>
    </dgm:pt>
    <dgm:pt modelId="{B485E068-4EE7-4591-90A0-2E8F1A39A022}" type="pres">
      <dgm:prSet presAssocID="{ACA08A06-F2B0-4F85-9967-55CCACD1E96A}" presName="compNode" presStyleCnt="0"/>
      <dgm:spPr/>
    </dgm:pt>
    <dgm:pt modelId="{E8E06811-6702-4102-8247-41A8BF72F56C}" type="pres">
      <dgm:prSet presAssocID="{ACA08A06-F2B0-4F85-9967-55CCACD1E96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8F9634B-32F2-4AD0-9633-CE8649760CB8}" type="pres">
      <dgm:prSet presAssocID="{ACA08A06-F2B0-4F85-9967-55CCACD1E96A}" presName="spaceRect" presStyleCnt="0"/>
      <dgm:spPr/>
    </dgm:pt>
    <dgm:pt modelId="{86B36A35-9721-419B-9695-3CE6F90959E1}" type="pres">
      <dgm:prSet presAssocID="{ACA08A06-F2B0-4F85-9967-55CCACD1E96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5F0E211-E70E-42D7-9FB1-B7D7490E9BEA}" type="presOf" srcId="{F8BD9E14-AC53-44EF-8355-7C4BD8CACC53}" destId="{EBDEFDA1-D24A-4F07-BA2D-9D11627FEE36}" srcOrd="0" destOrd="0" presId="urn:microsoft.com/office/officeart/2018/2/layout/IconLabelList"/>
    <dgm:cxn modelId="{8EEEDA1D-3DA0-4183-B1A1-ED9511C1298B}" type="presOf" srcId="{ACA08A06-F2B0-4F85-9967-55CCACD1E96A}" destId="{86B36A35-9721-419B-9695-3CE6F90959E1}" srcOrd="0" destOrd="0" presId="urn:microsoft.com/office/officeart/2018/2/layout/IconLabelList"/>
    <dgm:cxn modelId="{F023A922-F770-4D95-BE70-96D91774DE1E}" srcId="{0BFE97E5-CC66-4A1F-BDF3-A00444E63E69}" destId="{2028D0B1-8026-4DA1-9B8C-402C9B64899B}" srcOrd="2" destOrd="0" parTransId="{9735CAF7-AC24-4125-9860-4D8ABCE5F9C7}" sibTransId="{10067B6D-1C12-43B8-B688-4E7913C33B56}"/>
    <dgm:cxn modelId="{1FE33E5E-3A2D-4936-AA73-B616FCB1BD6C}" type="presOf" srcId="{B01A6533-1B09-43FE-8AAC-2FF126FA1034}" destId="{6BE5656F-0F48-412E-9711-025C0DE8EB98}" srcOrd="0" destOrd="0" presId="urn:microsoft.com/office/officeart/2018/2/layout/IconLabelList"/>
    <dgm:cxn modelId="{88156562-C125-401E-AE6A-775C33FEF102}" srcId="{0BFE97E5-CC66-4A1F-BDF3-A00444E63E69}" destId="{ACA08A06-F2B0-4F85-9967-55CCACD1E96A}" srcOrd="3" destOrd="0" parTransId="{7CD3A1D4-B5A1-44DD-9950-DD24F3B2B6D0}" sibTransId="{023E9F91-1ED3-4F4D-B967-7433290213B3}"/>
    <dgm:cxn modelId="{E8B6B372-688C-435E-8B73-E06D485BF104}" srcId="{0BFE97E5-CC66-4A1F-BDF3-A00444E63E69}" destId="{F8BD9E14-AC53-44EF-8355-7C4BD8CACC53}" srcOrd="0" destOrd="0" parTransId="{2581B001-6C99-4788-8F79-14477C9D67F3}" sibTransId="{B55558F3-6D6D-4202-BE92-705521182462}"/>
    <dgm:cxn modelId="{BDD663C7-1904-46E8-842E-248848E4BCDD}" type="presOf" srcId="{2028D0B1-8026-4DA1-9B8C-402C9B64899B}" destId="{BB96E6B0-6468-41DE-83CC-D2093694B4A7}" srcOrd="0" destOrd="0" presId="urn:microsoft.com/office/officeart/2018/2/layout/IconLabelList"/>
    <dgm:cxn modelId="{EFA5ECDB-1BAF-46FA-8F6B-C3B71BFAE48B}" type="presOf" srcId="{0BFE97E5-CC66-4A1F-BDF3-A00444E63E69}" destId="{AB4B303D-8BED-4CDC-AE27-BFFD9CA3F505}" srcOrd="0" destOrd="0" presId="urn:microsoft.com/office/officeart/2018/2/layout/IconLabelList"/>
    <dgm:cxn modelId="{D913F0FB-1DF8-4B59-BCFC-5B5E10FA6D6F}" srcId="{0BFE97E5-CC66-4A1F-BDF3-A00444E63E69}" destId="{B01A6533-1B09-43FE-8AAC-2FF126FA1034}" srcOrd="1" destOrd="0" parTransId="{B7F4936B-BAFB-49B4-9CFA-E681FDF734AC}" sibTransId="{49A88299-7AF0-4D4E-9287-C2229CADCF80}"/>
    <dgm:cxn modelId="{A6E34CF6-F647-45BD-BCCA-8C6EA5D6925D}" type="presParOf" srcId="{AB4B303D-8BED-4CDC-AE27-BFFD9CA3F505}" destId="{2E6D5557-C13B-41CA-A099-4FDD6F3719FE}" srcOrd="0" destOrd="0" presId="urn:microsoft.com/office/officeart/2018/2/layout/IconLabelList"/>
    <dgm:cxn modelId="{5A2952C5-9FFF-4CE6-B342-C83EF587018A}" type="presParOf" srcId="{2E6D5557-C13B-41CA-A099-4FDD6F3719FE}" destId="{138BFEE2-FC27-4E16-B9BC-563D5E68E3B9}" srcOrd="0" destOrd="0" presId="urn:microsoft.com/office/officeart/2018/2/layout/IconLabelList"/>
    <dgm:cxn modelId="{157037CF-D94F-42AC-9E04-2E5ED11EC3AA}" type="presParOf" srcId="{2E6D5557-C13B-41CA-A099-4FDD6F3719FE}" destId="{DD0978B2-25D7-4E3B-8145-9BFD9E0FFA17}" srcOrd="1" destOrd="0" presId="urn:microsoft.com/office/officeart/2018/2/layout/IconLabelList"/>
    <dgm:cxn modelId="{5D84F699-95F1-4D8B-96B3-26A4DF6D4B1E}" type="presParOf" srcId="{2E6D5557-C13B-41CA-A099-4FDD6F3719FE}" destId="{EBDEFDA1-D24A-4F07-BA2D-9D11627FEE36}" srcOrd="2" destOrd="0" presId="urn:microsoft.com/office/officeart/2018/2/layout/IconLabelList"/>
    <dgm:cxn modelId="{DC890A14-1A8D-420C-BD24-88E34D1E4DD6}" type="presParOf" srcId="{AB4B303D-8BED-4CDC-AE27-BFFD9CA3F505}" destId="{F9876DE0-3BE5-44B2-B13F-A8541DF4D122}" srcOrd="1" destOrd="0" presId="urn:microsoft.com/office/officeart/2018/2/layout/IconLabelList"/>
    <dgm:cxn modelId="{987DC6CA-4D90-404A-B45B-4B07E5CBA400}" type="presParOf" srcId="{AB4B303D-8BED-4CDC-AE27-BFFD9CA3F505}" destId="{3E159232-761A-497F-8D64-29C6F4523056}" srcOrd="2" destOrd="0" presId="urn:microsoft.com/office/officeart/2018/2/layout/IconLabelList"/>
    <dgm:cxn modelId="{388131CD-35D9-4D03-A682-0D9BB3398C18}" type="presParOf" srcId="{3E159232-761A-497F-8D64-29C6F4523056}" destId="{FC1DCB2B-3569-4F72-8A9D-205EDA0B7D60}" srcOrd="0" destOrd="0" presId="urn:microsoft.com/office/officeart/2018/2/layout/IconLabelList"/>
    <dgm:cxn modelId="{819C7081-5D7B-4EEC-92F4-00D862661C03}" type="presParOf" srcId="{3E159232-761A-497F-8D64-29C6F4523056}" destId="{2903B494-A3FB-41C1-B7BF-B212B6CF762B}" srcOrd="1" destOrd="0" presId="urn:microsoft.com/office/officeart/2018/2/layout/IconLabelList"/>
    <dgm:cxn modelId="{DD580467-ED1F-4502-89B6-19AD4D57FE0F}" type="presParOf" srcId="{3E159232-761A-497F-8D64-29C6F4523056}" destId="{6BE5656F-0F48-412E-9711-025C0DE8EB98}" srcOrd="2" destOrd="0" presId="urn:microsoft.com/office/officeart/2018/2/layout/IconLabelList"/>
    <dgm:cxn modelId="{CDB99214-734C-4442-ACC2-04CEFC499AC4}" type="presParOf" srcId="{AB4B303D-8BED-4CDC-AE27-BFFD9CA3F505}" destId="{176AA5BE-D2D6-4551-84A1-55EBF24ABD42}" srcOrd="3" destOrd="0" presId="urn:microsoft.com/office/officeart/2018/2/layout/IconLabelList"/>
    <dgm:cxn modelId="{E1C32E4D-3A52-4A45-990A-6A2EDDA28A3A}" type="presParOf" srcId="{AB4B303D-8BED-4CDC-AE27-BFFD9CA3F505}" destId="{A62065ED-961A-400D-BCEF-E1F3E5D4366F}" srcOrd="4" destOrd="0" presId="urn:microsoft.com/office/officeart/2018/2/layout/IconLabelList"/>
    <dgm:cxn modelId="{9B7BBE94-48A8-44DA-A99D-FA7A5C144B86}" type="presParOf" srcId="{A62065ED-961A-400D-BCEF-E1F3E5D4366F}" destId="{D81EC00C-2420-44E5-B358-817D49773B85}" srcOrd="0" destOrd="0" presId="urn:microsoft.com/office/officeart/2018/2/layout/IconLabelList"/>
    <dgm:cxn modelId="{584BACB0-3D0B-4A53-B1B6-71F1489551C0}" type="presParOf" srcId="{A62065ED-961A-400D-BCEF-E1F3E5D4366F}" destId="{4F097190-37F9-4FE3-91DF-79F25938FE90}" srcOrd="1" destOrd="0" presId="urn:microsoft.com/office/officeart/2018/2/layout/IconLabelList"/>
    <dgm:cxn modelId="{8716EC00-07CE-4AEE-910F-6B9595F0FF2F}" type="presParOf" srcId="{A62065ED-961A-400D-BCEF-E1F3E5D4366F}" destId="{BB96E6B0-6468-41DE-83CC-D2093694B4A7}" srcOrd="2" destOrd="0" presId="urn:microsoft.com/office/officeart/2018/2/layout/IconLabelList"/>
    <dgm:cxn modelId="{48B3EE08-5961-4997-A63B-C924897FDF64}" type="presParOf" srcId="{AB4B303D-8BED-4CDC-AE27-BFFD9CA3F505}" destId="{58D4A2B7-26AB-4643-A7C4-13AF45C53EF4}" srcOrd="5" destOrd="0" presId="urn:microsoft.com/office/officeart/2018/2/layout/IconLabelList"/>
    <dgm:cxn modelId="{1D9B23F0-D36E-4512-BAF8-ED684C42D612}" type="presParOf" srcId="{AB4B303D-8BED-4CDC-AE27-BFFD9CA3F505}" destId="{B485E068-4EE7-4591-90A0-2E8F1A39A022}" srcOrd="6" destOrd="0" presId="urn:microsoft.com/office/officeart/2018/2/layout/IconLabelList"/>
    <dgm:cxn modelId="{A5B3EB2C-04C9-4846-8D65-9A1E8AF3057C}" type="presParOf" srcId="{B485E068-4EE7-4591-90A0-2E8F1A39A022}" destId="{E8E06811-6702-4102-8247-41A8BF72F56C}" srcOrd="0" destOrd="0" presId="urn:microsoft.com/office/officeart/2018/2/layout/IconLabelList"/>
    <dgm:cxn modelId="{3A5C40DC-8639-4F23-8CC7-A85321CAA8E4}" type="presParOf" srcId="{B485E068-4EE7-4591-90A0-2E8F1A39A022}" destId="{08F9634B-32F2-4AD0-9633-CE8649760CB8}" srcOrd="1" destOrd="0" presId="urn:microsoft.com/office/officeart/2018/2/layout/IconLabelList"/>
    <dgm:cxn modelId="{57246D30-BF1C-45F6-ADE3-4AD7548451A8}" type="presParOf" srcId="{B485E068-4EE7-4591-90A0-2E8F1A39A022}" destId="{86B36A35-9721-419B-9695-3CE6F90959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939A7A2-40F0-4745-AFC0-53B9351C59F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25E712-FF04-4C6F-8F2A-C2B9501ABC9E}">
      <dgm:prSet/>
      <dgm:spPr/>
      <dgm:t>
        <a:bodyPr/>
        <a:lstStyle/>
        <a:p>
          <a:r>
            <a:rPr lang="en-US"/>
            <a:t>is_high_severity = (Severity &gt;= 3).astype(int)</a:t>
          </a:r>
        </a:p>
      </dgm:t>
    </dgm:pt>
    <dgm:pt modelId="{5226F38F-D732-460D-B6C0-A3D12B708DBE}" type="parTrans" cxnId="{29C26810-F831-4E2E-8D88-B270B7A1435C}">
      <dgm:prSet/>
      <dgm:spPr/>
      <dgm:t>
        <a:bodyPr/>
        <a:lstStyle/>
        <a:p>
          <a:endParaRPr lang="en-US"/>
        </a:p>
      </dgm:t>
    </dgm:pt>
    <dgm:pt modelId="{D5B8A3A5-90BF-4626-B4B6-8CE1DB851552}" type="sibTrans" cxnId="{29C26810-F831-4E2E-8D88-B270B7A1435C}">
      <dgm:prSet/>
      <dgm:spPr/>
      <dgm:t>
        <a:bodyPr/>
        <a:lstStyle/>
        <a:p>
          <a:endParaRPr lang="en-US"/>
        </a:p>
      </dgm:t>
    </dgm:pt>
    <dgm:pt modelId="{90E4091A-518C-4930-A9E2-E981D6A843B9}">
      <dgm:prSet/>
      <dgm:spPr/>
      <dgm:t>
        <a:bodyPr/>
        <a:lstStyle/>
        <a:p>
          <a:r>
            <a:rPr lang="en-US"/>
            <a:t>Positive rate ~37% across splits</a:t>
          </a:r>
        </a:p>
      </dgm:t>
    </dgm:pt>
    <dgm:pt modelId="{7C8F82F9-504D-4B17-8306-12B5968771A3}" type="parTrans" cxnId="{7D9DC978-88F0-4EF2-AF39-FED8553ACDE8}">
      <dgm:prSet/>
      <dgm:spPr/>
      <dgm:t>
        <a:bodyPr/>
        <a:lstStyle/>
        <a:p>
          <a:endParaRPr lang="en-US"/>
        </a:p>
      </dgm:t>
    </dgm:pt>
    <dgm:pt modelId="{E183474A-9A98-4AF7-928B-ABA6FAF52CD6}" type="sibTrans" cxnId="{7D9DC978-88F0-4EF2-AF39-FED8553ACDE8}">
      <dgm:prSet/>
      <dgm:spPr/>
      <dgm:t>
        <a:bodyPr/>
        <a:lstStyle/>
        <a:p>
          <a:endParaRPr lang="en-US"/>
        </a:p>
      </dgm:t>
    </dgm:pt>
    <dgm:pt modelId="{F5F4D44D-9927-4415-9FA0-11DA4BCB2043}">
      <dgm:prSet/>
      <dgm:spPr/>
      <dgm:t>
        <a:bodyPr/>
        <a:lstStyle/>
        <a:p>
          <a:r>
            <a:rPr lang="en-US"/>
            <a:t>Consistent class balance maintained</a:t>
          </a:r>
        </a:p>
      </dgm:t>
    </dgm:pt>
    <dgm:pt modelId="{03A76C4B-6DBD-4CF1-B7E5-474D20C44317}" type="parTrans" cxnId="{DE3467AC-E450-4E12-93DD-87313A13E697}">
      <dgm:prSet/>
      <dgm:spPr/>
      <dgm:t>
        <a:bodyPr/>
        <a:lstStyle/>
        <a:p>
          <a:endParaRPr lang="en-US"/>
        </a:p>
      </dgm:t>
    </dgm:pt>
    <dgm:pt modelId="{1D06BEAC-EB6E-46CE-868D-9E4D631C2F5C}" type="sibTrans" cxnId="{DE3467AC-E450-4E12-93DD-87313A13E697}">
      <dgm:prSet/>
      <dgm:spPr/>
      <dgm:t>
        <a:bodyPr/>
        <a:lstStyle/>
        <a:p>
          <a:endParaRPr lang="en-US"/>
        </a:p>
      </dgm:t>
    </dgm:pt>
    <dgm:pt modelId="{18FF8A88-7AFF-4D50-9218-E97966F7AA2A}">
      <dgm:prSet/>
      <dgm:spPr/>
      <dgm:t>
        <a:bodyPr/>
        <a:lstStyle/>
        <a:p>
          <a:r>
            <a:rPr lang="en-US"/>
            <a:t>Separation of X and y for modeling</a:t>
          </a:r>
        </a:p>
      </dgm:t>
    </dgm:pt>
    <dgm:pt modelId="{E6661153-B1DD-4055-9D2C-2E3378144B72}" type="parTrans" cxnId="{CB674F5A-1EDC-43B6-A078-AD34FD0E197F}">
      <dgm:prSet/>
      <dgm:spPr/>
      <dgm:t>
        <a:bodyPr/>
        <a:lstStyle/>
        <a:p>
          <a:endParaRPr lang="en-US"/>
        </a:p>
      </dgm:t>
    </dgm:pt>
    <dgm:pt modelId="{4F4EAEA5-FC94-41BD-9967-0CEE341F7FC6}" type="sibTrans" cxnId="{CB674F5A-1EDC-43B6-A078-AD34FD0E197F}">
      <dgm:prSet/>
      <dgm:spPr/>
      <dgm:t>
        <a:bodyPr/>
        <a:lstStyle/>
        <a:p>
          <a:endParaRPr lang="en-US"/>
        </a:p>
      </dgm:t>
    </dgm:pt>
    <dgm:pt modelId="{FECAA66C-9EE4-2F47-8EE8-8CD0C674378A}" type="pres">
      <dgm:prSet presAssocID="{2939A7A2-40F0-4745-AFC0-53B9351C59F3}" presName="matrix" presStyleCnt="0">
        <dgm:presLayoutVars>
          <dgm:chMax val="1"/>
          <dgm:dir/>
          <dgm:resizeHandles val="exact"/>
        </dgm:presLayoutVars>
      </dgm:prSet>
      <dgm:spPr/>
    </dgm:pt>
    <dgm:pt modelId="{6456540D-9BD2-EC43-A90D-A733061273A4}" type="pres">
      <dgm:prSet presAssocID="{2939A7A2-40F0-4745-AFC0-53B9351C59F3}" presName="diamond" presStyleLbl="bgShp" presStyleIdx="0" presStyleCnt="1"/>
      <dgm:spPr/>
    </dgm:pt>
    <dgm:pt modelId="{136994D1-5B69-4E43-A2A2-D2E77D819834}" type="pres">
      <dgm:prSet presAssocID="{2939A7A2-40F0-4745-AFC0-53B9351C59F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D56AD84-D21A-444B-ACFF-62D0C321FE7A}" type="pres">
      <dgm:prSet presAssocID="{2939A7A2-40F0-4745-AFC0-53B9351C59F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1378680-649E-9942-9FAB-9570148EA695}" type="pres">
      <dgm:prSet presAssocID="{2939A7A2-40F0-4745-AFC0-53B9351C59F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BA6BD38-BA6E-CE43-9361-598E79ACEE38}" type="pres">
      <dgm:prSet presAssocID="{2939A7A2-40F0-4745-AFC0-53B9351C59F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C26810-F831-4E2E-8D88-B270B7A1435C}" srcId="{2939A7A2-40F0-4745-AFC0-53B9351C59F3}" destId="{2625E712-FF04-4C6F-8F2A-C2B9501ABC9E}" srcOrd="0" destOrd="0" parTransId="{5226F38F-D732-460D-B6C0-A3D12B708DBE}" sibTransId="{D5B8A3A5-90BF-4626-B4B6-8CE1DB851552}"/>
    <dgm:cxn modelId="{568F2526-9E79-1F42-BF0C-234489637439}" type="presOf" srcId="{F5F4D44D-9927-4415-9FA0-11DA4BCB2043}" destId="{21378680-649E-9942-9FAB-9570148EA695}" srcOrd="0" destOrd="0" presId="urn:microsoft.com/office/officeart/2005/8/layout/matrix3"/>
    <dgm:cxn modelId="{DFD1A365-1F9A-0940-92AB-E6EEEB979DBD}" type="presOf" srcId="{18FF8A88-7AFF-4D50-9218-E97966F7AA2A}" destId="{DBA6BD38-BA6E-CE43-9361-598E79ACEE38}" srcOrd="0" destOrd="0" presId="urn:microsoft.com/office/officeart/2005/8/layout/matrix3"/>
    <dgm:cxn modelId="{78B1736F-054B-8D49-AD21-8D986D5838A0}" type="presOf" srcId="{2939A7A2-40F0-4745-AFC0-53B9351C59F3}" destId="{FECAA66C-9EE4-2F47-8EE8-8CD0C674378A}" srcOrd="0" destOrd="0" presId="urn:microsoft.com/office/officeart/2005/8/layout/matrix3"/>
    <dgm:cxn modelId="{C47D7E72-F987-8F41-96BD-52630DD9AAC2}" type="presOf" srcId="{90E4091A-518C-4930-A9E2-E981D6A843B9}" destId="{4D56AD84-D21A-444B-ACFF-62D0C321FE7A}" srcOrd="0" destOrd="0" presId="urn:microsoft.com/office/officeart/2005/8/layout/matrix3"/>
    <dgm:cxn modelId="{7D9DC978-88F0-4EF2-AF39-FED8553ACDE8}" srcId="{2939A7A2-40F0-4745-AFC0-53B9351C59F3}" destId="{90E4091A-518C-4930-A9E2-E981D6A843B9}" srcOrd="1" destOrd="0" parTransId="{7C8F82F9-504D-4B17-8306-12B5968771A3}" sibTransId="{E183474A-9A98-4AF7-928B-ABA6FAF52CD6}"/>
    <dgm:cxn modelId="{CB674F5A-1EDC-43B6-A078-AD34FD0E197F}" srcId="{2939A7A2-40F0-4745-AFC0-53B9351C59F3}" destId="{18FF8A88-7AFF-4D50-9218-E97966F7AA2A}" srcOrd="3" destOrd="0" parTransId="{E6661153-B1DD-4055-9D2C-2E3378144B72}" sibTransId="{4F4EAEA5-FC94-41BD-9967-0CEE341F7FC6}"/>
    <dgm:cxn modelId="{DE3467AC-E450-4E12-93DD-87313A13E697}" srcId="{2939A7A2-40F0-4745-AFC0-53B9351C59F3}" destId="{F5F4D44D-9927-4415-9FA0-11DA4BCB2043}" srcOrd="2" destOrd="0" parTransId="{03A76C4B-6DBD-4CF1-B7E5-474D20C44317}" sibTransId="{1D06BEAC-EB6E-46CE-868D-9E4D631C2F5C}"/>
    <dgm:cxn modelId="{D78E61D7-457E-9D43-A9E6-CC2F4A3FA8E8}" type="presOf" srcId="{2625E712-FF04-4C6F-8F2A-C2B9501ABC9E}" destId="{136994D1-5B69-4E43-A2A2-D2E77D819834}" srcOrd="0" destOrd="0" presId="urn:microsoft.com/office/officeart/2005/8/layout/matrix3"/>
    <dgm:cxn modelId="{EC1966D9-E0B9-1143-84CF-7C07948301A9}" type="presParOf" srcId="{FECAA66C-9EE4-2F47-8EE8-8CD0C674378A}" destId="{6456540D-9BD2-EC43-A90D-A733061273A4}" srcOrd="0" destOrd="0" presId="urn:microsoft.com/office/officeart/2005/8/layout/matrix3"/>
    <dgm:cxn modelId="{4DE4E038-EAB7-F944-8001-8D1C934AF607}" type="presParOf" srcId="{FECAA66C-9EE4-2F47-8EE8-8CD0C674378A}" destId="{136994D1-5B69-4E43-A2A2-D2E77D819834}" srcOrd="1" destOrd="0" presId="urn:microsoft.com/office/officeart/2005/8/layout/matrix3"/>
    <dgm:cxn modelId="{BA9A9D7A-EB7E-3E4C-812B-F9B6A35B54C7}" type="presParOf" srcId="{FECAA66C-9EE4-2F47-8EE8-8CD0C674378A}" destId="{4D56AD84-D21A-444B-ACFF-62D0C321FE7A}" srcOrd="2" destOrd="0" presId="urn:microsoft.com/office/officeart/2005/8/layout/matrix3"/>
    <dgm:cxn modelId="{2CA7A5B2-4A99-864F-ADF2-3AF7BD8EC227}" type="presParOf" srcId="{FECAA66C-9EE4-2F47-8EE8-8CD0C674378A}" destId="{21378680-649E-9942-9FAB-9570148EA695}" srcOrd="3" destOrd="0" presId="urn:microsoft.com/office/officeart/2005/8/layout/matrix3"/>
    <dgm:cxn modelId="{B399B6EC-4026-2F4D-8546-519E94F8BA08}" type="presParOf" srcId="{FECAA66C-9EE4-2F47-8EE8-8CD0C674378A}" destId="{DBA6BD38-BA6E-CE43-9361-598E79ACEE3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1DF50E1-3488-4B5F-B6B0-A2029C958A70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C01423-809E-4FE3-9033-945BA7F3ADD5}">
      <dgm:prSet/>
      <dgm:spPr/>
      <dgm:t>
        <a:bodyPr/>
        <a:lstStyle/>
        <a:p>
          <a:r>
            <a:rPr lang="en-US"/>
            <a:t>Exclude</a:t>
          </a:r>
        </a:p>
      </dgm:t>
    </dgm:pt>
    <dgm:pt modelId="{BDD27FE4-4F48-497A-8697-D9DBAD9AEB71}" type="parTrans" cxnId="{2FCA1329-13CF-4164-BDDF-EB3A172DEAF2}">
      <dgm:prSet/>
      <dgm:spPr/>
      <dgm:t>
        <a:bodyPr/>
        <a:lstStyle/>
        <a:p>
          <a:endParaRPr lang="en-US"/>
        </a:p>
      </dgm:t>
    </dgm:pt>
    <dgm:pt modelId="{68AF8364-4CE8-492A-B2C4-0CE77B1A8081}" type="sibTrans" cxnId="{2FCA1329-13CF-4164-BDDF-EB3A172DEAF2}">
      <dgm:prSet/>
      <dgm:spPr/>
      <dgm:t>
        <a:bodyPr/>
        <a:lstStyle/>
        <a:p>
          <a:endParaRPr lang="en-US"/>
        </a:p>
      </dgm:t>
    </dgm:pt>
    <dgm:pt modelId="{8357FF34-7A85-408E-9686-257EB5F1B789}">
      <dgm:prSet/>
      <dgm:spPr/>
      <dgm:t>
        <a:bodyPr/>
        <a:lstStyle/>
        <a:p>
          <a:r>
            <a:rPr lang="en-US"/>
            <a:t>Exclude 'Severity' and target from features</a:t>
          </a:r>
        </a:p>
      </dgm:t>
    </dgm:pt>
    <dgm:pt modelId="{0562EF15-D203-43C9-B6BF-5D9C9B976E92}" type="parTrans" cxnId="{05561A7C-48D2-43D9-AEC5-68BEDBD652A9}">
      <dgm:prSet/>
      <dgm:spPr/>
      <dgm:t>
        <a:bodyPr/>
        <a:lstStyle/>
        <a:p>
          <a:endParaRPr lang="en-US"/>
        </a:p>
      </dgm:t>
    </dgm:pt>
    <dgm:pt modelId="{004B6AE7-5388-480E-8BB9-9D96EC583D5E}" type="sibTrans" cxnId="{05561A7C-48D2-43D9-AEC5-68BEDBD652A9}">
      <dgm:prSet/>
      <dgm:spPr/>
      <dgm:t>
        <a:bodyPr/>
        <a:lstStyle/>
        <a:p>
          <a:endParaRPr lang="en-US"/>
        </a:p>
      </dgm:t>
    </dgm:pt>
    <dgm:pt modelId="{43B3665A-D6B4-4383-8958-655B6EED1B69}">
      <dgm:prSet/>
      <dgm:spPr/>
      <dgm:t>
        <a:bodyPr/>
        <a:lstStyle/>
        <a:p>
          <a:r>
            <a:rPr lang="en-US"/>
            <a:t>Check</a:t>
          </a:r>
        </a:p>
      </dgm:t>
    </dgm:pt>
    <dgm:pt modelId="{E1C5A7CA-07CD-402B-BBAA-9FCA63C997EE}" type="parTrans" cxnId="{A428B625-145C-461B-814C-E6CF47FA7724}">
      <dgm:prSet/>
      <dgm:spPr/>
      <dgm:t>
        <a:bodyPr/>
        <a:lstStyle/>
        <a:p>
          <a:endParaRPr lang="en-US"/>
        </a:p>
      </dgm:t>
    </dgm:pt>
    <dgm:pt modelId="{A27D9C3A-2812-4196-9126-B98E1038F928}" type="sibTrans" cxnId="{A428B625-145C-461B-814C-E6CF47FA7724}">
      <dgm:prSet/>
      <dgm:spPr/>
      <dgm:t>
        <a:bodyPr/>
        <a:lstStyle/>
        <a:p>
          <a:endParaRPr lang="en-US"/>
        </a:p>
      </dgm:t>
    </dgm:pt>
    <dgm:pt modelId="{8A0B91E1-1361-484C-BDA9-E3A3930409FD}">
      <dgm:prSet/>
      <dgm:spPr/>
      <dgm:t>
        <a:bodyPr/>
        <a:lstStyle/>
        <a:p>
          <a:r>
            <a:rPr lang="en-US"/>
            <a:t>Check overlap via hashes across splits</a:t>
          </a:r>
        </a:p>
      </dgm:t>
    </dgm:pt>
    <dgm:pt modelId="{3A67DD18-08AE-455D-946C-F03EBE89D511}" type="parTrans" cxnId="{39C234D0-FFA8-482D-A541-E491889B960E}">
      <dgm:prSet/>
      <dgm:spPr/>
      <dgm:t>
        <a:bodyPr/>
        <a:lstStyle/>
        <a:p>
          <a:endParaRPr lang="en-US"/>
        </a:p>
      </dgm:t>
    </dgm:pt>
    <dgm:pt modelId="{8C9EAA95-8478-4CF6-9E41-4EAE1D0312E3}" type="sibTrans" cxnId="{39C234D0-FFA8-482D-A541-E491889B960E}">
      <dgm:prSet/>
      <dgm:spPr/>
      <dgm:t>
        <a:bodyPr/>
        <a:lstStyle/>
        <a:p>
          <a:endParaRPr lang="en-US"/>
        </a:p>
      </dgm:t>
    </dgm:pt>
    <dgm:pt modelId="{757BF50C-7D79-470C-9C73-F39CCECBA258}">
      <dgm:prSet/>
      <dgm:spPr/>
      <dgm:t>
        <a:bodyPr/>
        <a:lstStyle/>
        <a:p>
          <a:r>
            <a:rPr lang="en-US"/>
            <a:t>Verify</a:t>
          </a:r>
        </a:p>
      </dgm:t>
    </dgm:pt>
    <dgm:pt modelId="{4B695B8C-5C29-4B5E-85E0-237F7CEC3C0D}" type="parTrans" cxnId="{248D6F0C-F7CA-4B8B-A431-8C25420A4F19}">
      <dgm:prSet/>
      <dgm:spPr/>
      <dgm:t>
        <a:bodyPr/>
        <a:lstStyle/>
        <a:p>
          <a:endParaRPr lang="en-US"/>
        </a:p>
      </dgm:t>
    </dgm:pt>
    <dgm:pt modelId="{9B628605-DB8B-48A4-83F0-F6D9F405297F}" type="sibTrans" cxnId="{248D6F0C-F7CA-4B8B-A431-8C25420A4F19}">
      <dgm:prSet/>
      <dgm:spPr/>
      <dgm:t>
        <a:bodyPr/>
        <a:lstStyle/>
        <a:p>
          <a:endParaRPr lang="en-US"/>
        </a:p>
      </dgm:t>
    </dgm:pt>
    <dgm:pt modelId="{0530D542-FF41-48DF-90BB-02284DD5E5B7}">
      <dgm:prSet/>
      <dgm:spPr/>
      <dgm:t>
        <a:bodyPr/>
        <a:lstStyle/>
        <a:p>
          <a:r>
            <a:rPr lang="en-US"/>
            <a:t>Verify feature column alignment</a:t>
          </a:r>
        </a:p>
      </dgm:t>
    </dgm:pt>
    <dgm:pt modelId="{0A2E3DFE-40FC-411E-A8B2-4054EBA716F3}" type="parTrans" cxnId="{87E25B89-7663-469F-BAEF-C09A41EFCFD0}">
      <dgm:prSet/>
      <dgm:spPr/>
      <dgm:t>
        <a:bodyPr/>
        <a:lstStyle/>
        <a:p>
          <a:endParaRPr lang="en-US"/>
        </a:p>
      </dgm:t>
    </dgm:pt>
    <dgm:pt modelId="{50B9450E-ED0F-40BB-8B76-1E5BD50D273B}" type="sibTrans" cxnId="{87E25B89-7663-469F-BAEF-C09A41EFCFD0}">
      <dgm:prSet/>
      <dgm:spPr/>
      <dgm:t>
        <a:bodyPr/>
        <a:lstStyle/>
        <a:p>
          <a:endParaRPr lang="en-US"/>
        </a:p>
      </dgm:t>
    </dgm:pt>
    <dgm:pt modelId="{3BB13947-01B1-4875-AE4C-34C629F22FD7}">
      <dgm:prSet/>
      <dgm:spPr/>
      <dgm:t>
        <a:bodyPr/>
        <a:lstStyle/>
        <a:p>
          <a:r>
            <a:rPr lang="en-US"/>
            <a:t>Detect and document</a:t>
          </a:r>
        </a:p>
      </dgm:t>
    </dgm:pt>
    <dgm:pt modelId="{46EBCD6A-7779-45DE-8135-CCB184BD4023}" type="parTrans" cxnId="{B5E3157E-8590-4D6C-8EFC-E4A4631075D6}">
      <dgm:prSet/>
      <dgm:spPr/>
      <dgm:t>
        <a:bodyPr/>
        <a:lstStyle/>
        <a:p>
          <a:endParaRPr lang="en-US"/>
        </a:p>
      </dgm:t>
    </dgm:pt>
    <dgm:pt modelId="{79588D43-B1E2-43E4-B366-4DD7A7246CBD}" type="sibTrans" cxnId="{B5E3157E-8590-4D6C-8EFC-E4A4631075D6}">
      <dgm:prSet/>
      <dgm:spPr/>
      <dgm:t>
        <a:bodyPr/>
        <a:lstStyle/>
        <a:p>
          <a:endParaRPr lang="en-US"/>
        </a:p>
      </dgm:t>
    </dgm:pt>
    <dgm:pt modelId="{B8E56401-D4C1-413C-9600-24862F3F1CA7}">
      <dgm:prSet/>
      <dgm:spPr/>
      <dgm:t>
        <a:bodyPr/>
        <a:lstStyle/>
        <a:p>
          <a:r>
            <a:rPr lang="en-US"/>
            <a:t>Detect and document duplicate rows</a:t>
          </a:r>
        </a:p>
      </dgm:t>
    </dgm:pt>
    <dgm:pt modelId="{FB544275-50E3-476B-9D4D-6861E827F317}" type="parTrans" cxnId="{B2882EB6-BA41-4520-9029-A62C7D6FD45B}">
      <dgm:prSet/>
      <dgm:spPr/>
      <dgm:t>
        <a:bodyPr/>
        <a:lstStyle/>
        <a:p>
          <a:endParaRPr lang="en-US"/>
        </a:p>
      </dgm:t>
    </dgm:pt>
    <dgm:pt modelId="{1CEE7E00-3B8B-4DA5-9FAE-40CCD3FB0B8B}" type="sibTrans" cxnId="{B2882EB6-BA41-4520-9029-A62C7D6FD45B}">
      <dgm:prSet/>
      <dgm:spPr/>
      <dgm:t>
        <a:bodyPr/>
        <a:lstStyle/>
        <a:p>
          <a:endParaRPr lang="en-US"/>
        </a:p>
      </dgm:t>
    </dgm:pt>
    <dgm:pt modelId="{5E6C7BB0-5AD1-714A-ACBB-D3C76E3722FF}" type="pres">
      <dgm:prSet presAssocID="{E1DF50E1-3488-4B5F-B6B0-A2029C958A70}" presName="Name0" presStyleCnt="0">
        <dgm:presLayoutVars>
          <dgm:dir/>
          <dgm:animLvl val="lvl"/>
          <dgm:resizeHandles val="exact"/>
        </dgm:presLayoutVars>
      </dgm:prSet>
      <dgm:spPr/>
    </dgm:pt>
    <dgm:pt modelId="{0EECC1D6-2529-E14A-8D33-65390A0A32EB}" type="pres">
      <dgm:prSet presAssocID="{F8C01423-809E-4FE3-9033-945BA7F3ADD5}" presName="linNode" presStyleCnt="0"/>
      <dgm:spPr/>
    </dgm:pt>
    <dgm:pt modelId="{BC1651D1-C70A-1644-9079-EFD34F19CA6F}" type="pres">
      <dgm:prSet presAssocID="{F8C01423-809E-4FE3-9033-945BA7F3ADD5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710D6862-A038-9540-83C1-A880884B4D8F}" type="pres">
      <dgm:prSet presAssocID="{F8C01423-809E-4FE3-9033-945BA7F3ADD5}" presName="descendantText" presStyleLbl="alignNode1" presStyleIdx="0" presStyleCnt="4">
        <dgm:presLayoutVars>
          <dgm:bulletEnabled/>
        </dgm:presLayoutVars>
      </dgm:prSet>
      <dgm:spPr/>
    </dgm:pt>
    <dgm:pt modelId="{158E50C4-63B7-3D45-8FB0-3DA9ED069779}" type="pres">
      <dgm:prSet presAssocID="{68AF8364-4CE8-492A-B2C4-0CE77B1A8081}" presName="sp" presStyleCnt="0"/>
      <dgm:spPr/>
    </dgm:pt>
    <dgm:pt modelId="{71413F85-B9D4-174C-BC52-7E1F04C4B5FD}" type="pres">
      <dgm:prSet presAssocID="{43B3665A-D6B4-4383-8958-655B6EED1B69}" presName="linNode" presStyleCnt="0"/>
      <dgm:spPr/>
    </dgm:pt>
    <dgm:pt modelId="{6918D5C8-A726-EB41-925B-0CFF36480175}" type="pres">
      <dgm:prSet presAssocID="{43B3665A-D6B4-4383-8958-655B6EED1B69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30D91584-0D02-FA41-AEB4-DDDF21530FBC}" type="pres">
      <dgm:prSet presAssocID="{43B3665A-D6B4-4383-8958-655B6EED1B69}" presName="descendantText" presStyleLbl="alignNode1" presStyleIdx="1" presStyleCnt="4">
        <dgm:presLayoutVars>
          <dgm:bulletEnabled/>
        </dgm:presLayoutVars>
      </dgm:prSet>
      <dgm:spPr/>
    </dgm:pt>
    <dgm:pt modelId="{1FC46819-6416-8E4B-A442-36591324652F}" type="pres">
      <dgm:prSet presAssocID="{A27D9C3A-2812-4196-9126-B98E1038F928}" presName="sp" presStyleCnt="0"/>
      <dgm:spPr/>
    </dgm:pt>
    <dgm:pt modelId="{DC3516BB-1828-4D46-AB6E-48D06F701E5B}" type="pres">
      <dgm:prSet presAssocID="{757BF50C-7D79-470C-9C73-F39CCECBA258}" presName="linNode" presStyleCnt="0"/>
      <dgm:spPr/>
    </dgm:pt>
    <dgm:pt modelId="{5045B8DE-1405-3E46-B733-99388FDCF264}" type="pres">
      <dgm:prSet presAssocID="{757BF50C-7D79-470C-9C73-F39CCECBA258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0D4B86AE-977C-5249-9E3B-4B80E2B96393}" type="pres">
      <dgm:prSet presAssocID="{757BF50C-7D79-470C-9C73-F39CCECBA258}" presName="descendantText" presStyleLbl="alignNode1" presStyleIdx="2" presStyleCnt="4">
        <dgm:presLayoutVars>
          <dgm:bulletEnabled/>
        </dgm:presLayoutVars>
      </dgm:prSet>
      <dgm:spPr/>
    </dgm:pt>
    <dgm:pt modelId="{AD4A9802-5292-B143-9188-207CFD836382}" type="pres">
      <dgm:prSet presAssocID="{9B628605-DB8B-48A4-83F0-F6D9F405297F}" presName="sp" presStyleCnt="0"/>
      <dgm:spPr/>
    </dgm:pt>
    <dgm:pt modelId="{B64D67ED-BD06-A947-817B-66B6B5685362}" type="pres">
      <dgm:prSet presAssocID="{3BB13947-01B1-4875-AE4C-34C629F22FD7}" presName="linNode" presStyleCnt="0"/>
      <dgm:spPr/>
    </dgm:pt>
    <dgm:pt modelId="{62B23456-924C-2A4B-A4FE-629509C4CBB2}" type="pres">
      <dgm:prSet presAssocID="{3BB13947-01B1-4875-AE4C-34C629F22FD7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0BFBA60F-BFB8-214A-AD8E-C9D9F74E5C46}" type="pres">
      <dgm:prSet presAssocID="{3BB13947-01B1-4875-AE4C-34C629F22FD7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6CB07E09-D6C2-9E4C-9223-17127BC71A31}" type="presOf" srcId="{3BB13947-01B1-4875-AE4C-34C629F22FD7}" destId="{62B23456-924C-2A4B-A4FE-629509C4CBB2}" srcOrd="0" destOrd="0" presId="urn:microsoft.com/office/officeart/2016/7/layout/VerticalHollowActionList"/>
    <dgm:cxn modelId="{248D6F0C-F7CA-4B8B-A431-8C25420A4F19}" srcId="{E1DF50E1-3488-4B5F-B6B0-A2029C958A70}" destId="{757BF50C-7D79-470C-9C73-F39CCECBA258}" srcOrd="2" destOrd="0" parTransId="{4B695B8C-5C29-4B5E-85E0-237F7CEC3C0D}" sibTransId="{9B628605-DB8B-48A4-83F0-F6D9F405297F}"/>
    <dgm:cxn modelId="{DF0C2D16-D57D-0A4B-955B-C8DC1EB6E938}" type="presOf" srcId="{0530D542-FF41-48DF-90BB-02284DD5E5B7}" destId="{0D4B86AE-977C-5249-9E3B-4B80E2B96393}" srcOrd="0" destOrd="0" presId="urn:microsoft.com/office/officeart/2016/7/layout/VerticalHollowActionList"/>
    <dgm:cxn modelId="{A428B625-145C-461B-814C-E6CF47FA7724}" srcId="{E1DF50E1-3488-4B5F-B6B0-A2029C958A70}" destId="{43B3665A-D6B4-4383-8958-655B6EED1B69}" srcOrd="1" destOrd="0" parTransId="{E1C5A7CA-07CD-402B-BBAA-9FCA63C997EE}" sibTransId="{A27D9C3A-2812-4196-9126-B98E1038F928}"/>
    <dgm:cxn modelId="{2FCA1329-13CF-4164-BDDF-EB3A172DEAF2}" srcId="{E1DF50E1-3488-4B5F-B6B0-A2029C958A70}" destId="{F8C01423-809E-4FE3-9033-945BA7F3ADD5}" srcOrd="0" destOrd="0" parTransId="{BDD27FE4-4F48-497A-8697-D9DBAD9AEB71}" sibTransId="{68AF8364-4CE8-492A-B2C4-0CE77B1A8081}"/>
    <dgm:cxn modelId="{8311CB63-71F3-BD44-A346-2D4156F5C02A}" type="presOf" srcId="{43B3665A-D6B4-4383-8958-655B6EED1B69}" destId="{6918D5C8-A726-EB41-925B-0CFF36480175}" srcOrd="0" destOrd="0" presId="urn:microsoft.com/office/officeart/2016/7/layout/VerticalHollowActionList"/>
    <dgm:cxn modelId="{14F28D6D-7F7A-EF45-81A0-75F3753ADCE4}" type="presOf" srcId="{8357FF34-7A85-408E-9686-257EB5F1B789}" destId="{710D6862-A038-9540-83C1-A880884B4D8F}" srcOrd="0" destOrd="0" presId="urn:microsoft.com/office/officeart/2016/7/layout/VerticalHollowActionList"/>
    <dgm:cxn modelId="{5EB04B58-7927-E04C-B32C-32FB781BAD28}" type="presOf" srcId="{F8C01423-809E-4FE3-9033-945BA7F3ADD5}" destId="{BC1651D1-C70A-1644-9079-EFD34F19CA6F}" srcOrd="0" destOrd="0" presId="urn:microsoft.com/office/officeart/2016/7/layout/VerticalHollowActionList"/>
    <dgm:cxn modelId="{26CC0979-AB89-9641-B535-D9EC5161581E}" type="presOf" srcId="{E1DF50E1-3488-4B5F-B6B0-A2029C958A70}" destId="{5E6C7BB0-5AD1-714A-ACBB-D3C76E3722FF}" srcOrd="0" destOrd="0" presId="urn:microsoft.com/office/officeart/2016/7/layout/VerticalHollowActionList"/>
    <dgm:cxn modelId="{05561A7C-48D2-43D9-AEC5-68BEDBD652A9}" srcId="{F8C01423-809E-4FE3-9033-945BA7F3ADD5}" destId="{8357FF34-7A85-408E-9686-257EB5F1B789}" srcOrd="0" destOrd="0" parTransId="{0562EF15-D203-43C9-B6BF-5D9C9B976E92}" sibTransId="{004B6AE7-5388-480E-8BB9-9D96EC583D5E}"/>
    <dgm:cxn modelId="{B5E3157E-8590-4D6C-8EFC-E4A4631075D6}" srcId="{E1DF50E1-3488-4B5F-B6B0-A2029C958A70}" destId="{3BB13947-01B1-4875-AE4C-34C629F22FD7}" srcOrd="3" destOrd="0" parTransId="{46EBCD6A-7779-45DE-8135-CCB184BD4023}" sibTransId="{79588D43-B1E2-43E4-B366-4DD7A7246CBD}"/>
    <dgm:cxn modelId="{87E25B89-7663-469F-BAEF-C09A41EFCFD0}" srcId="{757BF50C-7D79-470C-9C73-F39CCECBA258}" destId="{0530D542-FF41-48DF-90BB-02284DD5E5B7}" srcOrd="0" destOrd="0" parTransId="{0A2E3DFE-40FC-411E-A8B2-4054EBA716F3}" sibTransId="{50B9450E-ED0F-40BB-8B76-1E5BD50D273B}"/>
    <dgm:cxn modelId="{3AED188B-9419-AF4A-9455-95A287235717}" type="presOf" srcId="{B8E56401-D4C1-413C-9600-24862F3F1CA7}" destId="{0BFBA60F-BFB8-214A-AD8E-C9D9F74E5C46}" srcOrd="0" destOrd="0" presId="urn:microsoft.com/office/officeart/2016/7/layout/VerticalHollowActionList"/>
    <dgm:cxn modelId="{B2882EB6-BA41-4520-9029-A62C7D6FD45B}" srcId="{3BB13947-01B1-4875-AE4C-34C629F22FD7}" destId="{B8E56401-D4C1-413C-9600-24862F3F1CA7}" srcOrd="0" destOrd="0" parTransId="{FB544275-50E3-476B-9D4D-6861E827F317}" sibTransId="{1CEE7E00-3B8B-4DA5-9FAE-40CCD3FB0B8B}"/>
    <dgm:cxn modelId="{51C1A6B6-33AB-444E-B962-12CE94FAE06B}" type="presOf" srcId="{8A0B91E1-1361-484C-BDA9-E3A3930409FD}" destId="{30D91584-0D02-FA41-AEB4-DDDF21530FBC}" srcOrd="0" destOrd="0" presId="urn:microsoft.com/office/officeart/2016/7/layout/VerticalHollowActionList"/>
    <dgm:cxn modelId="{39C234D0-FFA8-482D-A541-E491889B960E}" srcId="{43B3665A-D6B4-4383-8958-655B6EED1B69}" destId="{8A0B91E1-1361-484C-BDA9-E3A3930409FD}" srcOrd="0" destOrd="0" parTransId="{3A67DD18-08AE-455D-946C-F03EBE89D511}" sibTransId="{8C9EAA95-8478-4CF6-9E41-4EAE1D0312E3}"/>
    <dgm:cxn modelId="{3CA2C6F4-C405-0F42-9BD5-223B7F185DEA}" type="presOf" srcId="{757BF50C-7D79-470C-9C73-F39CCECBA258}" destId="{5045B8DE-1405-3E46-B733-99388FDCF264}" srcOrd="0" destOrd="0" presId="urn:microsoft.com/office/officeart/2016/7/layout/VerticalHollowActionList"/>
    <dgm:cxn modelId="{BB263A4C-92B7-9243-9A7D-87D80718ABA0}" type="presParOf" srcId="{5E6C7BB0-5AD1-714A-ACBB-D3C76E3722FF}" destId="{0EECC1D6-2529-E14A-8D33-65390A0A32EB}" srcOrd="0" destOrd="0" presId="urn:microsoft.com/office/officeart/2016/7/layout/VerticalHollowActionList"/>
    <dgm:cxn modelId="{CA89748B-E778-B944-B26A-E11E90178CAC}" type="presParOf" srcId="{0EECC1D6-2529-E14A-8D33-65390A0A32EB}" destId="{BC1651D1-C70A-1644-9079-EFD34F19CA6F}" srcOrd="0" destOrd="0" presId="urn:microsoft.com/office/officeart/2016/7/layout/VerticalHollowActionList"/>
    <dgm:cxn modelId="{56973CC6-93E4-BB4B-B004-5244927ECF80}" type="presParOf" srcId="{0EECC1D6-2529-E14A-8D33-65390A0A32EB}" destId="{710D6862-A038-9540-83C1-A880884B4D8F}" srcOrd="1" destOrd="0" presId="urn:microsoft.com/office/officeart/2016/7/layout/VerticalHollowActionList"/>
    <dgm:cxn modelId="{AB2EC878-5E5B-A141-8E03-5E7C8BE5D4BE}" type="presParOf" srcId="{5E6C7BB0-5AD1-714A-ACBB-D3C76E3722FF}" destId="{158E50C4-63B7-3D45-8FB0-3DA9ED069779}" srcOrd="1" destOrd="0" presId="urn:microsoft.com/office/officeart/2016/7/layout/VerticalHollowActionList"/>
    <dgm:cxn modelId="{E9499C45-B41E-874C-B5EF-156D9D92C8F7}" type="presParOf" srcId="{5E6C7BB0-5AD1-714A-ACBB-D3C76E3722FF}" destId="{71413F85-B9D4-174C-BC52-7E1F04C4B5FD}" srcOrd="2" destOrd="0" presId="urn:microsoft.com/office/officeart/2016/7/layout/VerticalHollowActionList"/>
    <dgm:cxn modelId="{3C4CE986-88CC-2742-BD0C-FDE465FCDEA2}" type="presParOf" srcId="{71413F85-B9D4-174C-BC52-7E1F04C4B5FD}" destId="{6918D5C8-A726-EB41-925B-0CFF36480175}" srcOrd="0" destOrd="0" presId="urn:microsoft.com/office/officeart/2016/7/layout/VerticalHollowActionList"/>
    <dgm:cxn modelId="{1D590AEC-8DB5-BD4C-B3A4-FA3A671317CA}" type="presParOf" srcId="{71413F85-B9D4-174C-BC52-7E1F04C4B5FD}" destId="{30D91584-0D02-FA41-AEB4-DDDF21530FBC}" srcOrd="1" destOrd="0" presId="urn:microsoft.com/office/officeart/2016/7/layout/VerticalHollowActionList"/>
    <dgm:cxn modelId="{40A66375-AAF8-BB47-9749-89599AD2F6E6}" type="presParOf" srcId="{5E6C7BB0-5AD1-714A-ACBB-D3C76E3722FF}" destId="{1FC46819-6416-8E4B-A442-36591324652F}" srcOrd="3" destOrd="0" presId="urn:microsoft.com/office/officeart/2016/7/layout/VerticalHollowActionList"/>
    <dgm:cxn modelId="{F5E8ABB8-DC19-384E-BEEB-4FC8BEF23058}" type="presParOf" srcId="{5E6C7BB0-5AD1-714A-ACBB-D3C76E3722FF}" destId="{DC3516BB-1828-4D46-AB6E-48D06F701E5B}" srcOrd="4" destOrd="0" presId="urn:microsoft.com/office/officeart/2016/7/layout/VerticalHollowActionList"/>
    <dgm:cxn modelId="{FECAF954-9070-BE44-AEAF-5EE0C6AA00C5}" type="presParOf" srcId="{DC3516BB-1828-4D46-AB6E-48D06F701E5B}" destId="{5045B8DE-1405-3E46-B733-99388FDCF264}" srcOrd="0" destOrd="0" presId="urn:microsoft.com/office/officeart/2016/7/layout/VerticalHollowActionList"/>
    <dgm:cxn modelId="{04D68EBC-7B80-BF49-9433-79810ADF3683}" type="presParOf" srcId="{DC3516BB-1828-4D46-AB6E-48D06F701E5B}" destId="{0D4B86AE-977C-5249-9E3B-4B80E2B96393}" srcOrd="1" destOrd="0" presId="urn:microsoft.com/office/officeart/2016/7/layout/VerticalHollowActionList"/>
    <dgm:cxn modelId="{D3A33D88-37D6-A741-9D4E-8043BB6EA6CA}" type="presParOf" srcId="{5E6C7BB0-5AD1-714A-ACBB-D3C76E3722FF}" destId="{AD4A9802-5292-B143-9188-207CFD836382}" srcOrd="5" destOrd="0" presId="urn:microsoft.com/office/officeart/2016/7/layout/VerticalHollowActionList"/>
    <dgm:cxn modelId="{3D83720F-29CD-6F46-A67A-E4DF90B2AB5A}" type="presParOf" srcId="{5E6C7BB0-5AD1-714A-ACBB-D3C76E3722FF}" destId="{B64D67ED-BD06-A947-817B-66B6B5685362}" srcOrd="6" destOrd="0" presId="urn:microsoft.com/office/officeart/2016/7/layout/VerticalHollowActionList"/>
    <dgm:cxn modelId="{B737BF29-DB8F-944E-ACBB-83DE0D348393}" type="presParOf" srcId="{B64D67ED-BD06-A947-817B-66B6B5685362}" destId="{62B23456-924C-2A4B-A4FE-629509C4CBB2}" srcOrd="0" destOrd="0" presId="urn:microsoft.com/office/officeart/2016/7/layout/VerticalHollowActionList"/>
    <dgm:cxn modelId="{AF904BEB-77B9-1A40-B02B-530B58A353A0}" type="presParOf" srcId="{B64D67ED-BD06-A947-817B-66B6B5685362}" destId="{0BFBA60F-BFB8-214A-AD8E-C9D9F74E5C46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DBB748E-955D-4CD6-AFEA-12D13BBCA133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F8B210-0267-4426-9A5D-0ACB04528E65}">
      <dgm:prSet/>
      <dgm:spPr/>
      <dgm:t>
        <a:bodyPr/>
        <a:lstStyle/>
        <a:p>
          <a:r>
            <a:rPr lang="en-US"/>
            <a:t>ColumnTransformer</a:t>
          </a:r>
        </a:p>
      </dgm:t>
    </dgm:pt>
    <dgm:pt modelId="{AA056D93-86B8-4E7D-9346-57A464D74BF4}" type="parTrans" cxnId="{A82372C1-A0D6-4CD3-8A18-6504C7A4062E}">
      <dgm:prSet/>
      <dgm:spPr/>
      <dgm:t>
        <a:bodyPr/>
        <a:lstStyle/>
        <a:p>
          <a:endParaRPr lang="en-US"/>
        </a:p>
      </dgm:t>
    </dgm:pt>
    <dgm:pt modelId="{D85A8C93-D875-427A-B103-F78C817B6FFD}" type="sibTrans" cxnId="{A82372C1-A0D6-4CD3-8A18-6504C7A4062E}">
      <dgm:prSet/>
      <dgm:spPr/>
      <dgm:t>
        <a:bodyPr/>
        <a:lstStyle/>
        <a:p>
          <a:endParaRPr lang="en-US"/>
        </a:p>
      </dgm:t>
    </dgm:pt>
    <dgm:pt modelId="{411C6F70-52D8-4FEE-9893-8F897F4A1A74}">
      <dgm:prSet/>
      <dgm:spPr/>
      <dgm:t>
        <a:bodyPr/>
        <a:lstStyle/>
        <a:p>
          <a:r>
            <a:rPr lang="en-US"/>
            <a:t>Numeric: SimpleImputer(median) + StandardScaler</a:t>
          </a:r>
        </a:p>
      </dgm:t>
    </dgm:pt>
    <dgm:pt modelId="{C4F58B8B-6E3D-4D33-B298-7BE31A1767B6}" type="parTrans" cxnId="{99A04EE4-3EB7-4866-9847-CAA015EF466C}">
      <dgm:prSet/>
      <dgm:spPr/>
      <dgm:t>
        <a:bodyPr/>
        <a:lstStyle/>
        <a:p>
          <a:endParaRPr lang="en-US"/>
        </a:p>
      </dgm:t>
    </dgm:pt>
    <dgm:pt modelId="{197FF26C-B1AC-4920-ACF9-0242C5DB6121}" type="sibTrans" cxnId="{99A04EE4-3EB7-4866-9847-CAA015EF466C}">
      <dgm:prSet/>
      <dgm:spPr/>
      <dgm:t>
        <a:bodyPr/>
        <a:lstStyle/>
        <a:p>
          <a:endParaRPr lang="en-US"/>
        </a:p>
      </dgm:t>
    </dgm:pt>
    <dgm:pt modelId="{FB92D9D4-45FF-49D0-8EF4-A389ED859E51}">
      <dgm:prSet/>
      <dgm:spPr/>
      <dgm:t>
        <a:bodyPr/>
        <a:lstStyle/>
        <a:p>
          <a:r>
            <a:rPr lang="en-US"/>
            <a:t>Categorical: SimpleImputer(most_frequent) + OneHotEncoder(handle_unknown='ignore')</a:t>
          </a:r>
        </a:p>
      </dgm:t>
    </dgm:pt>
    <dgm:pt modelId="{12F535C9-406A-4613-BFC9-C02D311F4115}" type="parTrans" cxnId="{AC12FE12-BBF5-48F6-B257-654F7BD13E96}">
      <dgm:prSet/>
      <dgm:spPr/>
      <dgm:t>
        <a:bodyPr/>
        <a:lstStyle/>
        <a:p>
          <a:endParaRPr lang="en-US"/>
        </a:p>
      </dgm:t>
    </dgm:pt>
    <dgm:pt modelId="{E9C1B49B-62B0-4DF1-A7FE-598DECBB261C}" type="sibTrans" cxnId="{AC12FE12-BBF5-48F6-B257-654F7BD13E96}">
      <dgm:prSet/>
      <dgm:spPr/>
      <dgm:t>
        <a:bodyPr/>
        <a:lstStyle/>
        <a:p>
          <a:endParaRPr lang="en-US"/>
        </a:p>
      </dgm:t>
    </dgm:pt>
    <dgm:pt modelId="{FC208876-EB14-434D-9A32-34D1D2C4E768}">
      <dgm:prSet/>
      <dgm:spPr/>
      <dgm:t>
        <a:bodyPr/>
        <a:lstStyle/>
        <a:p>
          <a:r>
            <a:rPr lang="en-US"/>
            <a:t>Fit on train, transform on val/test</a:t>
          </a:r>
        </a:p>
      </dgm:t>
    </dgm:pt>
    <dgm:pt modelId="{394BBE6E-3B69-4006-99E0-8A0E9D8B9EC5}" type="parTrans" cxnId="{44C929B0-8812-48FB-9563-79777BC6CE63}">
      <dgm:prSet/>
      <dgm:spPr/>
      <dgm:t>
        <a:bodyPr/>
        <a:lstStyle/>
        <a:p>
          <a:endParaRPr lang="en-US"/>
        </a:p>
      </dgm:t>
    </dgm:pt>
    <dgm:pt modelId="{B140B10D-110F-4309-B687-6628AE94BA68}" type="sibTrans" cxnId="{44C929B0-8812-48FB-9563-79777BC6CE63}">
      <dgm:prSet/>
      <dgm:spPr/>
      <dgm:t>
        <a:bodyPr/>
        <a:lstStyle/>
        <a:p>
          <a:endParaRPr lang="en-US"/>
        </a:p>
      </dgm:t>
    </dgm:pt>
    <dgm:pt modelId="{561A5F9B-F4F1-DB44-BABF-3D63AD550445}" type="pres">
      <dgm:prSet presAssocID="{7DBB748E-955D-4CD6-AFEA-12D13BBCA133}" presName="linearFlow" presStyleCnt="0">
        <dgm:presLayoutVars>
          <dgm:resizeHandles val="exact"/>
        </dgm:presLayoutVars>
      </dgm:prSet>
      <dgm:spPr/>
    </dgm:pt>
    <dgm:pt modelId="{EC73E2CC-3670-D440-BAD5-AFD50F2CEC6D}" type="pres">
      <dgm:prSet presAssocID="{F8F8B210-0267-4426-9A5D-0ACB04528E65}" presName="node" presStyleLbl="node1" presStyleIdx="0" presStyleCnt="4">
        <dgm:presLayoutVars>
          <dgm:bulletEnabled val="1"/>
        </dgm:presLayoutVars>
      </dgm:prSet>
      <dgm:spPr/>
    </dgm:pt>
    <dgm:pt modelId="{855DD93B-4C82-A149-94D1-64B6A3985D87}" type="pres">
      <dgm:prSet presAssocID="{D85A8C93-D875-427A-B103-F78C817B6FFD}" presName="sibTrans" presStyleLbl="sibTrans2D1" presStyleIdx="0" presStyleCnt="3"/>
      <dgm:spPr/>
    </dgm:pt>
    <dgm:pt modelId="{2B7EB5BB-6140-4C46-B611-89818F4E4DBA}" type="pres">
      <dgm:prSet presAssocID="{D85A8C93-D875-427A-B103-F78C817B6FFD}" presName="connectorText" presStyleLbl="sibTrans2D1" presStyleIdx="0" presStyleCnt="3"/>
      <dgm:spPr/>
    </dgm:pt>
    <dgm:pt modelId="{580716AD-DAAC-0744-A415-7089DF704E8C}" type="pres">
      <dgm:prSet presAssocID="{411C6F70-52D8-4FEE-9893-8F897F4A1A74}" presName="node" presStyleLbl="node1" presStyleIdx="1" presStyleCnt="4">
        <dgm:presLayoutVars>
          <dgm:bulletEnabled val="1"/>
        </dgm:presLayoutVars>
      </dgm:prSet>
      <dgm:spPr/>
    </dgm:pt>
    <dgm:pt modelId="{7211C845-80D8-F142-933E-90DA996AF971}" type="pres">
      <dgm:prSet presAssocID="{197FF26C-B1AC-4920-ACF9-0242C5DB6121}" presName="sibTrans" presStyleLbl="sibTrans2D1" presStyleIdx="1" presStyleCnt="3"/>
      <dgm:spPr/>
    </dgm:pt>
    <dgm:pt modelId="{33CEAA99-0241-2B4D-A4DD-E89B4EEA2075}" type="pres">
      <dgm:prSet presAssocID="{197FF26C-B1AC-4920-ACF9-0242C5DB6121}" presName="connectorText" presStyleLbl="sibTrans2D1" presStyleIdx="1" presStyleCnt="3"/>
      <dgm:spPr/>
    </dgm:pt>
    <dgm:pt modelId="{2051F4FB-CBD7-AB41-8BFB-FC9BE1421634}" type="pres">
      <dgm:prSet presAssocID="{FB92D9D4-45FF-49D0-8EF4-A389ED859E51}" presName="node" presStyleLbl="node1" presStyleIdx="2" presStyleCnt="4">
        <dgm:presLayoutVars>
          <dgm:bulletEnabled val="1"/>
        </dgm:presLayoutVars>
      </dgm:prSet>
      <dgm:spPr/>
    </dgm:pt>
    <dgm:pt modelId="{CAE7C8BA-F7BC-9641-8955-9C2BC9F05971}" type="pres">
      <dgm:prSet presAssocID="{E9C1B49B-62B0-4DF1-A7FE-598DECBB261C}" presName="sibTrans" presStyleLbl="sibTrans2D1" presStyleIdx="2" presStyleCnt="3"/>
      <dgm:spPr/>
    </dgm:pt>
    <dgm:pt modelId="{0779CE04-7759-3D4F-89F7-B54B499AB58E}" type="pres">
      <dgm:prSet presAssocID="{E9C1B49B-62B0-4DF1-A7FE-598DECBB261C}" presName="connectorText" presStyleLbl="sibTrans2D1" presStyleIdx="2" presStyleCnt="3"/>
      <dgm:spPr/>
    </dgm:pt>
    <dgm:pt modelId="{106F5134-3F04-FD45-B87A-90D63DF38386}" type="pres">
      <dgm:prSet presAssocID="{FC208876-EB14-434D-9A32-34D1D2C4E768}" presName="node" presStyleLbl="node1" presStyleIdx="3" presStyleCnt="4">
        <dgm:presLayoutVars>
          <dgm:bulletEnabled val="1"/>
        </dgm:presLayoutVars>
      </dgm:prSet>
      <dgm:spPr/>
    </dgm:pt>
  </dgm:ptLst>
  <dgm:cxnLst>
    <dgm:cxn modelId="{4397C909-63C5-7245-84F7-AD8BC554BC2E}" type="presOf" srcId="{197FF26C-B1AC-4920-ACF9-0242C5DB6121}" destId="{33CEAA99-0241-2B4D-A4DD-E89B4EEA2075}" srcOrd="1" destOrd="0" presId="urn:microsoft.com/office/officeart/2005/8/layout/process2"/>
    <dgm:cxn modelId="{AC12FE12-BBF5-48F6-B257-654F7BD13E96}" srcId="{7DBB748E-955D-4CD6-AFEA-12D13BBCA133}" destId="{FB92D9D4-45FF-49D0-8EF4-A389ED859E51}" srcOrd="2" destOrd="0" parTransId="{12F535C9-406A-4613-BFC9-C02D311F4115}" sibTransId="{E9C1B49B-62B0-4DF1-A7FE-598DECBB261C}"/>
    <dgm:cxn modelId="{1324DF35-60EA-2A44-A315-52D54F857A3E}" type="presOf" srcId="{FC208876-EB14-434D-9A32-34D1D2C4E768}" destId="{106F5134-3F04-FD45-B87A-90D63DF38386}" srcOrd="0" destOrd="0" presId="urn:microsoft.com/office/officeart/2005/8/layout/process2"/>
    <dgm:cxn modelId="{61A9B377-C006-6C47-937A-F1A73F5B72EB}" type="presOf" srcId="{411C6F70-52D8-4FEE-9893-8F897F4A1A74}" destId="{580716AD-DAAC-0744-A415-7089DF704E8C}" srcOrd="0" destOrd="0" presId="urn:microsoft.com/office/officeart/2005/8/layout/process2"/>
    <dgm:cxn modelId="{AA028990-E072-5C4F-8EAF-56ECD5FC8EBF}" type="presOf" srcId="{D85A8C93-D875-427A-B103-F78C817B6FFD}" destId="{2B7EB5BB-6140-4C46-B611-89818F4E4DBA}" srcOrd="1" destOrd="0" presId="urn:microsoft.com/office/officeart/2005/8/layout/process2"/>
    <dgm:cxn modelId="{44C929B0-8812-48FB-9563-79777BC6CE63}" srcId="{7DBB748E-955D-4CD6-AFEA-12D13BBCA133}" destId="{FC208876-EB14-434D-9A32-34D1D2C4E768}" srcOrd="3" destOrd="0" parTransId="{394BBE6E-3B69-4006-99E0-8A0E9D8B9EC5}" sibTransId="{B140B10D-110F-4309-B687-6628AE94BA68}"/>
    <dgm:cxn modelId="{A137E4B3-D016-A545-9F3C-6D96D2DE695B}" type="presOf" srcId="{F8F8B210-0267-4426-9A5D-0ACB04528E65}" destId="{EC73E2CC-3670-D440-BAD5-AFD50F2CEC6D}" srcOrd="0" destOrd="0" presId="urn:microsoft.com/office/officeart/2005/8/layout/process2"/>
    <dgm:cxn modelId="{A82372C1-A0D6-4CD3-8A18-6504C7A4062E}" srcId="{7DBB748E-955D-4CD6-AFEA-12D13BBCA133}" destId="{F8F8B210-0267-4426-9A5D-0ACB04528E65}" srcOrd="0" destOrd="0" parTransId="{AA056D93-86B8-4E7D-9346-57A464D74BF4}" sibTransId="{D85A8C93-D875-427A-B103-F78C817B6FFD}"/>
    <dgm:cxn modelId="{B92AD4E1-CDB3-D74D-B3D8-9DF80985FFD0}" type="presOf" srcId="{FB92D9D4-45FF-49D0-8EF4-A389ED859E51}" destId="{2051F4FB-CBD7-AB41-8BFB-FC9BE1421634}" srcOrd="0" destOrd="0" presId="urn:microsoft.com/office/officeart/2005/8/layout/process2"/>
    <dgm:cxn modelId="{99A04EE4-3EB7-4866-9847-CAA015EF466C}" srcId="{7DBB748E-955D-4CD6-AFEA-12D13BBCA133}" destId="{411C6F70-52D8-4FEE-9893-8F897F4A1A74}" srcOrd="1" destOrd="0" parTransId="{C4F58B8B-6E3D-4D33-B298-7BE31A1767B6}" sibTransId="{197FF26C-B1AC-4920-ACF9-0242C5DB6121}"/>
    <dgm:cxn modelId="{046497E5-1D33-B649-A6FE-D05D96C4CC8E}" type="presOf" srcId="{E9C1B49B-62B0-4DF1-A7FE-598DECBB261C}" destId="{0779CE04-7759-3D4F-89F7-B54B499AB58E}" srcOrd="1" destOrd="0" presId="urn:microsoft.com/office/officeart/2005/8/layout/process2"/>
    <dgm:cxn modelId="{030C86EB-E080-5C42-B52A-DFE7F26F186C}" type="presOf" srcId="{197FF26C-B1AC-4920-ACF9-0242C5DB6121}" destId="{7211C845-80D8-F142-933E-90DA996AF971}" srcOrd="0" destOrd="0" presId="urn:microsoft.com/office/officeart/2005/8/layout/process2"/>
    <dgm:cxn modelId="{AC46CFEE-0776-BA41-B59F-05D9EBDB1B26}" type="presOf" srcId="{7DBB748E-955D-4CD6-AFEA-12D13BBCA133}" destId="{561A5F9B-F4F1-DB44-BABF-3D63AD550445}" srcOrd="0" destOrd="0" presId="urn:microsoft.com/office/officeart/2005/8/layout/process2"/>
    <dgm:cxn modelId="{B31600F2-79CE-034D-832F-B404EDC4DAC3}" type="presOf" srcId="{D85A8C93-D875-427A-B103-F78C817B6FFD}" destId="{855DD93B-4C82-A149-94D1-64B6A3985D87}" srcOrd="0" destOrd="0" presId="urn:microsoft.com/office/officeart/2005/8/layout/process2"/>
    <dgm:cxn modelId="{B780C2F5-BBB9-1F49-84BC-ED7C08D200DE}" type="presOf" srcId="{E9C1B49B-62B0-4DF1-A7FE-598DECBB261C}" destId="{CAE7C8BA-F7BC-9641-8955-9C2BC9F05971}" srcOrd="0" destOrd="0" presId="urn:microsoft.com/office/officeart/2005/8/layout/process2"/>
    <dgm:cxn modelId="{138999E5-46CE-BD4D-BC2A-F26FF14DE5BB}" type="presParOf" srcId="{561A5F9B-F4F1-DB44-BABF-3D63AD550445}" destId="{EC73E2CC-3670-D440-BAD5-AFD50F2CEC6D}" srcOrd="0" destOrd="0" presId="urn:microsoft.com/office/officeart/2005/8/layout/process2"/>
    <dgm:cxn modelId="{5B602DA5-8709-2346-95FF-66567003867A}" type="presParOf" srcId="{561A5F9B-F4F1-DB44-BABF-3D63AD550445}" destId="{855DD93B-4C82-A149-94D1-64B6A3985D87}" srcOrd="1" destOrd="0" presId="urn:microsoft.com/office/officeart/2005/8/layout/process2"/>
    <dgm:cxn modelId="{61F37A8A-BEDC-0948-AB3B-9A1798DCEC1C}" type="presParOf" srcId="{855DD93B-4C82-A149-94D1-64B6A3985D87}" destId="{2B7EB5BB-6140-4C46-B611-89818F4E4DBA}" srcOrd="0" destOrd="0" presId="urn:microsoft.com/office/officeart/2005/8/layout/process2"/>
    <dgm:cxn modelId="{71AA1F30-2E82-204F-9257-6BA58476F39D}" type="presParOf" srcId="{561A5F9B-F4F1-DB44-BABF-3D63AD550445}" destId="{580716AD-DAAC-0744-A415-7089DF704E8C}" srcOrd="2" destOrd="0" presId="urn:microsoft.com/office/officeart/2005/8/layout/process2"/>
    <dgm:cxn modelId="{1178F2D0-F4E0-804A-A913-7051CD2A2FC1}" type="presParOf" srcId="{561A5F9B-F4F1-DB44-BABF-3D63AD550445}" destId="{7211C845-80D8-F142-933E-90DA996AF971}" srcOrd="3" destOrd="0" presId="urn:microsoft.com/office/officeart/2005/8/layout/process2"/>
    <dgm:cxn modelId="{A2864064-8831-D94E-9CED-D1C10AF35548}" type="presParOf" srcId="{7211C845-80D8-F142-933E-90DA996AF971}" destId="{33CEAA99-0241-2B4D-A4DD-E89B4EEA2075}" srcOrd="0" destOrd="0" presId="urn:microsoft.com/office/officeart/2005/8/layout/process2"/>
    <dgm:cxn modelId="{F8081115-3986-3F49-9303-A611F4E5F416}" type="presParOf" srcId="{561A5F9B-F4F1-DB44-BABF-3D63AD550445}" destId="{2051F4FB-CBD7-AB41-8BFB-FC9BE1421634}" srcOrd="4" destOrd="0" presId="urn:microsoft.com/office/officeart/2005/8/layout/process2"/>
    <dgm:cxn modelId="{6DE44289-01E6-DE40-A134-C06559BC5091}" type="presParOf" srcId="{561A5F9B-F4F1-DB44-BABF-3D63AD550445}" destId="{CAE7C8BA-F7BC-9641-8955-9C2BC9F05971}" srcOrd="5" destOrd="0" presId="urn:microsoft.com/office/officeart/2005/8/layout/process2"/>
    <dgm:cxn modelId="{05429935-DE36-B645-B804-16144686B4EE}" type="presParOf" srcId="{CAE7C8BA-F7BC-9641-8955-9C2BC9F05971}" destId="{0779CE04-7759-3D4F-89F7-B54B499AB58E}" srcOrd="0" destOrd="0" presId="urn:microsoft.com/office/officeart/2005/8/layout/process2"/>
    <dgm:cxn modelId="{5AD33E04-93E6-0846-9C5A-E545843A447B}" type="presParOf" srcId="{561A5F9B-F4F1-DB44-BABF-3D63AD550445}" destId="{106F5134-3F04-FD45-B87A-90D63DF38386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4137B35-4D54-4FBC-9CC2-0FCE37787B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88A8B7-1212-43B5-A3F0-C0330FA35D15}">
      <dgm:prSet/>
      <dgm:spPr/>
      <dgm:t>
        <a:bodyPr/>
        <a:lstStyle/>
        <a:p>
          <a:r>
            <a:rPr lang="en-US"/>
            <a:t>~29 numeric features (incl. engineered)</a:t>
          </a:r>
        </a:p>
      </dgm:t>
    </dgm:pt>
    <dgm:pt modelId="{51AC0F1F-A066-48EC-ACD2-8D26B7D9AED8}" type="parTrans" cxnId="{FCAB2E81-6DAE-4592-B14F-D1DB9BA5DCC4}">
      <dgm:prSet/>
      <dgm:spPr/>
      <dgm:t>
        <a:bodyPr/>
        <a:lstStyle/>
        <a:p>
          <a:endParaRPr lang="en-US"/>
        </a:p>
      </dgm:t>
    </dgm:pt>
    <dgm:pt modelId="{6118DBD1-4EAB-4594-87F6-CA48DB3DAF84}" type="sibTrans" cxnId="{FCAB2E81-6DAE-4592-B14F-D1DB9BA5DCC4}">
      <dgm:prSet/>
      <dgm:spPr/>
      <dgm:t>
        <a:bodyPr/>
        <a:lstStyle/>
        <a:p>
          <a:endParaRPr lang="en-US"/>
        </a:p>
      </dgm:t>
    </dgm:pt>
    <dgm:pt modelId="{5322902A-F40A-4AB4-9C73-C82A7048F0E8}">
      <dgm:prSet/>
      <dgm:spPr/>
      <dgm:t>
        <a:bodyPr/>
        <a:lstStyle/>
        <a:p>
          <a:r>
            <a:rPr lang="en-US"/>
            <a:t>~9 categorical features (one-hot encoded)</a:t>
          </a:r>
        </a:p>
      </dgm:t>
    </dgm:pt>
    <dgm:pt modelId="{6E5B20CF-2A8B-4B47-B242-C2FBBB45657D}" type="parTrans" cxnId="{153E38E8-2B32-4A55-82EE-AA03BB283623}">
      <dgm:prSet/>
      <dgm:spPr/>
      <dgm:t>
        <a:bodyPr/>
        <a:lstStyle/>
        <a:p>
          <a:endParaRPr lang="en-US"/>
        </a:p>
      </dgm:t>
    </dgm:pt>
    <dgm:pt modelId="{6AB7E421-B58B-401F-8A12-870FC1260B3A}" type="sibTrans" cxnId="{153E38E8-2B32-4A55-82EE-AA03BB283623}">
      <dgm:prSet/>
      <dgm:spPr/>
      <dgm:t>
        <a:bodyPr/>
        <a:lstStyle/>
        <a:p>
          <a:endParaRPr lang="en-US"/>
        </a:p>
      </dgm:t>
    </dgm:pt>
    <dgm:pt modelId="{D942736F-3336-41EF-9585-1AF621C7854C}">
      <dgm:prSet/>
      <dgm:spPr/>
      <dgm:t>
        <a:bodyPr/>
        <a:lstStyle/>
        <a:p>
          <a:r>
            <a:rPr lang="en-US"/>
            <a:t>Sparse representation from OHE</a:t>
          </a:r>
        </a:p>
      </dgm:t>
    </dgm:pt>
    <dgm:pt modelId="{C0B2D080-D729-4230-8BF2-FF96A8D11336}" type="parTrans" cxnId="{2238FCA4-2445-42B2-AAD8-851898F35C22}">
      <dgm:prSet/>
      <dgm:spPr/>
      <dgm:t>
        <a:bodyPr/>
        <a:lstStyle/>
        <a:p>
          <a:endParaRPr lang="en-US"/>
        </a:p>
      </dgm:t>
    </dgm:pt>
    <dgm:pt modelId="{641E0A2A-8D54-4681-8025-669C9369FA9E}" type="sibTrans" cxnId="{2238FCA4-2445-42B2-AAD8-851898F35C22}">
      <dgm:prSet/>
      <dgm:spPr/>
      <dgm:t>
        <a:bodyPr/>
        <a:lstStyle/>
        <a:p>
          <a:endParaRPr lang="en-US"/>
        </a:p>
      </dgm:t>
    </dgm:pt>
    <dgm:pt modelId="{57A62E31-B98A-4F2E-B967-E0F9A663E14C}">
      <dgm:prSet/>
      <dgm:spPr/>
      <dgm:t>
        <a:bodyPr/>
        <a:lstStyle/>
        <a:p>
          <a:r>
            <a:rPr lang="en-US"/>
            <a:t>Consistent feature space across splits</a:t>
          </a:r>
        </a:p>
      </dgm:t>
    </dgm:pt>
    <dgm:pt modelId="{69699D6A-41A9-421E-95BB-98B5391DE6A5}" type="parTrans" cxnId="{158EB39D-820F-4034-A1F3-2B781FC26D9E}">
      <dgm:prSet/>
      <dgm:spPr/>
      <dgm:t>
        <a:bodyPr/>
        <a:lstStyle/>
        <a:p>
          <a:endParaRPr lang="en-US"/>
        </a:p>
      </dgm:t>
    </dgm:pt>
    <dgm:pt modelId="{2C6B99B0-07A4-4C21-BE82-7D4C4AB1B920}" type="sibTrans" cxnId="{158EB39D-820F-4034-A1F3-2B781FC26D9E}">
      <dgm:prSet/>
      <dgm:spPr/>
      <dgm:t>
        <a:bodyPr/>
        <a:lstStyle/>
        <a:p>
          <a:endParaRPr lang="en-US"/>
        </a:p>
      </dgm:t>
    </dgm:pt>
    <dgm:pt modelId="{6A59F72B-62D0-EA46-A96C-AB32647FBC1B}" type="pres">
      <dgm:prSet presAssocID="{74137B35-4D54-4FBC-9CC2-0FCE37787BD8}" presName="linear" presStyleCnt="0">
        <dgm:presLayoutVars>
          <dgm:animLvl val="lvl"/>
          <dgm:resizeHandles val="exact"/>
        </dgm:presLayoutVars>
      </dgm:prSet>
      <dgm:spPr/>
    </dgm:pt>
    <dgm:pt modelId="{C7434CA6-0776-B64B-9979-E27C8BFBD28E}" type="pres">
      <dgm:prSet presAssocID="{8188A8B7-1212-43B5-A3F0-C0330FA35D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801864-7FCB-FB43-A4D8-42813F798205}" type="pres">
      <dgm:prSet presAssocID="{6118DBD1-4EAB-4594-87F6-CA48DB3DAF84}" presName="spacer" presStyleCnt="0"/>
      <dgm:spPr/>
    </dgm:pt>
    <dgm:pt modelId="{2E36FDA8-5087-714A-90CF-7346CCE25440}" type="pres">
      <dgm:prSet presAssocID="{5322902A-F40A-4AB4-9C73-C82A7048F0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EC963A-9B74-1143-8B4D-F25E6E296C24}" type="pres">
      <dgm:prSet presAssocID="{6AB7E421-B58B-401F-8A12-870FC1260B3A}" presName="spacer" presStyleCnt="0"/>
      <dgm:spPr/>
    </dgm:pt>
    <dgm:pt modelId="{BF7307AE-AEB6-794F-8050-FAF1C953E61E}" type="pres">
      <dgm:prSet presAssocID="{D942736F-3336-41EF-9585-1AF621C785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20B599-8D28-E34A-8ECE-9C8A25BC86F3}" type="pres">
      <dgm:prSet presAssocID="{641E0A2A-8D54-4681-8025-669C9369FA9E}" presName="spacer" presStyleCnt="0"/>
      <dgm:spPr/>
    </dgm:pt>
    <dgm:pt modelId="{5F8845CE-6F66-E840-AC4C-619AD74D52F9}" type="pres">
      <dgm:prSet presAssocID="{57A62E31-B98A-4F2E-B967-E0F9A663E1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0FCCC80-9660-8447-9CA2-6E66B1D2F4F2}" type="presOf" srcId="{8188A8B7-1212-43B5-A3F0-C0330FA35D15}" destId="{C7434CA6-0776-B64B-9979-E27C8BFBD28E}" srcOrd="0" destOrd="0" presId="urn:microsoft.com/office/officeart/2005/8/layout/vList2"/>
    <dgm:cxn modelId="{FCAB2E81-6DAE-4592-B14F-D1DB9BA5DCC4}" srcId="{74137B35-4D54-4FBC-9CC2-0FCE37787BD8}" destId="{8188A8B7-1212-43B5-A3F0-C0330FA35D15}" srcOrd="0" destOrd="0" parTransId="{51AC0F1F-A066-48EC-ACD2-8D26B7D9AED8}" sibTransId="{6118DBD1-4EAB-4594-87F6-CA48DB3DAF84}"/>
    <dgm:cxn modelId="{C5700783-8687-BC42-8B59-3F582F5A81A9}" type="presOf" srcId="{74137B35-4D54-4FBC-9CC2-0FCE37787BD8}" destId="{6A59F72B-62D0-EA46-A96C-AB32647FBC1B}" srcOrd="0" destOrd="0" presId="urn:microsoft.com/office/officeart/2005/8/layout/vList2"/>
    <dgm:cxn modelId="{AF38CE92-278C-484B-B44E-A28A45242823}" type="presOf" srcId="{57A62E31-B98A-4F2E-B967-E0F9A663E14C}" destId="{5F8845CE-6F66-E840-AC4C-619AD74D52F9}" srcOrd="0" destOrd="0" presId="urn:microsoft.com/office/officeart/2005/8/layout/vList2"/>
    <dgm:cxn modelId="{21D2FA93-BCF1-9B45-9D0D-FD5B49059900}" type="presOf" srcId="{5322902A-F40A-4AB4-9C73-C82A7048F0E8}" destId="{2E36FDA8-5087-714A-90CF-7346CCE25440}" srcOrd="0" destOrd="0" presId="urn:microsoft.com/office/officeart/2005/8/layout/vList2"/>
    <dgm:cxn modelId="{158EB39D-820F-4034-A1F3-2B781FC26D9E}" srcId="{74137B35-4D54-4FBC-9CC2-0FCE37787BD8}" destId="{57A62E31-B98A-4F2E-B967-E0F9A663E14C}" srcOrd="3" destOrd="0" parTransId="{69699D6A-41A9-421E-95BB-98B5391DE6A5}" sibTransId="{2C6B99B0-07A4-4C21-BE82-7D4C4AB1B920}"/>
    <dgm:cxn modelId="{2238FCA4-2445-42B2-AAD8-851898F35C22}" srcId="{74137B35-4D54-4FBC-9CC2-0FCE37787BD8}" destId="{D942736F-3336-41EF-9585-1AF621C7854C}" srcOrd="2" destOrd="0" parTransId="{C0B2D080-D729-4230-8BF2-FF96A8D11336}" sibTransId="{641E0A2A-8D54-4681-8025-669C9369FA9E}"/>
    <dgm:cxn modelId="{B46D0FD3-A27E-9944-890A-38ADFB18AC06}" type="presOf" srcId="{D942736F-3336-41EF-9585-1AF621C7854C}" destId="{BF7307AE-AEB6-794F-8050-FAF1C953E61E}" srcOrd="0" destOrd="0" presId="urn:microsoft.com/office/officeart/2005/8/layout/vList2"/>
    <dgm:cxn modelId="{153E38E8-2B32-4A55-82EE-AA03BB283623}" srcId="{74137B35-4D54-4FBC-9CC2-0FCE37787BD8}" destId="{5322902A-F40A-4AB4-9C73-C82A7048F0E8}" srcOrd="1" destOrd="0" parTransId="{6E5B20CF-2A8B-4B47-B242-C2FBBB45657D}" sibTransId="{6AB7E421-B58B-401F-8A12-870FC1260B3A}"/>
    <dgm:cxn modelId="{6A54F5C5-B538-DF4B-A574-FF2C15EAEFDD}" type="presParOf" srcId="{6A59F72B-62D0-EA46-A96C-AB32647FBC1B}" destId="{C7434CA6-0776-B64B-9979-E27C8BFBD28E}" srcOrd="0" destOrd="0" presId="urn:microsoft.com/office/officeart/2005/8/layout/vList2"/>
    <dgm:cxn modelId="{5FB47F68-2799-5545-8973-C682A9AD3110}" type="presParOf" srcId="{6A59F72B-62D0-EA46-A96C-AB32647FBC1B}" destId="{06801864-7FCB-FB43-A4D8-42813F798205}" srcOrd="1" destOrd="0" presId="urn:microsoft.com/office/officeart/2005/8/layout/vList2"/>
    <dgm:cxn modelId="{CF524DC2-E679-854D-A623-16DC3B27FFF6}" type="presParOf" srcId="{6A59F72B-62D0-EA46-A96C-AB32647FBC1B}" destId="{2E36FDA8-5087-714A-90CF-7346CCE25440}" srcOrd="2" destOrd="0" presId="urn:microsoft.com/office/officeart/2005/8/layout/vList2"/>
    <dgm:cxn modelId="{12F88CB7-31B5-3545-A264-894D36680043}" type="presParOf" srcId="{6A59F72B-62D0-EA46-A96C-AB32647FBC1B}" destId="{67EC963A-9B74-1143-8B4D-F25E6E296C24}" srcOrd="3" destOrd="0" presId="urn:microsoft.com/office/officeart/2005/8/layout/vList2"/>
    <dgm:cxn modelId="{F8D21F87-BA09-CF4E-9933-CA3FF91321B1}" type="presParOf" srcId="{6A59F72B-62D0-EA46-A96C-AB32647FBC1B}" destId="{BF7307AE-AEB6-794F-8050-FAF1C953E61E}" srcOrd="4" destOrd="0" presId="urn:microsoft.com/office/officeart/2005/8/layout/vList2"/>
    <dgm:cxn modelId="{95F1A04C-54B3-0346-96C1-808FCB58FFFA}" type="presParOf" srcId="{6A59F72B-62D0-EA46-A96C-AB32647FBC1B}" destId="{5520B599-8D28-E34A-8ECE-9C8A25BC86F3}" srcOrd="5" destOrd="0" presId="urn:microsoft.com/office/officeart/2005/8/layout/vList2"/>
    <dgm:cxn modelId="{AABCA0E9-99D3-2A4B-8635-C73CFD39A01E}" type="presParOf" srcId="{6A59F72B-62D0-EA46-A96C-AB32647FBC1B}" destId="{5F8845CE-6F66-E840-AC4C-619AD74D5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084F3F4-7A69-43E9-BE31-DB4DCC984EB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56AE4A-E194-4746-8B01-CDA07C701C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Regularized logistic regression</a:t>
          </a:r>
        </a:p>
      </dgm:t>
    </dgm:pt>
    <dgm:pt modelId="{335D644B-5E6B-4D85-A754-CAA26EF21572}" type="parTrans" cxnId="{9C0CC519-A75B-4EB8-896E-FE02358CDE67}">
      <dgm:prSet/>
      <dgm:spPr/>
      <dgm:t>
        <a:bodyPr/>
        <a:lstStyle/>
        <a:p>
          <a:endParaRPr lang="en-US"/>
        </a:p>
      </dgm:t>
    </dgm:pt>
    <dgm:pt modelId="{027F0A3E-00B7-41FD-9892-71721D2787AF}" type="sibTrans" cxnId="{9C0CC519-A75B-4EB8-896E-FE02358CDE67}">
      <dgm:prSet/>
      <dgm:spPr/>
      <dgm:t>
        <a:bodyPr/>
        <a:lstStyle/>
        <a:p>
          <a:endParaRPr lang="en-US"/>
        </a:p>
      </dgm:t>
    </dgm:pt>
    <dgm:pt modelId="{29BFAD48-CB1E-4783-861A-9332EF8F90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class_weight='balanced'</a:t>
          </a:r>
        </a:p>
      </dgm:t>
    </dgm:pt>
    <dgm:pt modelId="{038020F1-5953-45FB-B305-730609830245}" type="parTrans" cxnId="{DC5122AE-1A87-4297-BAC3-68454662E2C0}">
      <dgm:prSet/>
      <dgm:spPr/>
      <dgm:t>
        <a:bodyPr/>
        <a:lstStyle/>
        <a:p>
          <a:endParaRPr lang="en-US"/>
        </a:p>
      </dgm:t>
    </dgm:pt>
    <dgm:pt modelId="{4BB72DCB-702E-49AA-BC62-69BF9446E0FD}" type="sibTrans" cxnId="{DC5122AE-1A87-4297-BAC3-68454662E2C0}">
      <dgm:prSet/>
      <dgm:spPr/>
      <dgm:t>
        <a:bodyPr/>
        <a:lstStyle/>
        <a:p>
          <a:endParaRPr lang="en-US"/>
        </a:p>
      </dgm:t>
    </dgm:pt>
    <dgm:pt modelId="{3797ADE1-9AA0-4AB6-BF7C-6FDE84286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Serves as interpretable benchmark</a:t>
          </a:r>
        </a:p>
      </dgm:t>
    </dgm:pt>
    <dgm:pt modelId="{F1BC01F4-F67D-460E-9EFD-0DAC5C4138DB}" type="parTrans" cxnId="{25E69973-6719-4E9C-B82B-0B9330ED55E5}">
      <dgm:prSet/>
      <dgm:spPr/>
      <dgm:t>
        <a:bodyPr/>
        <a:lstStyle/>
        <a:p>
          <a:endParaRPr lang="en-US"/>
        </a:p>
      </dgm:t>
    </dgm:pt>
    <dgm:pt modelId="{3C6EE2FB-0826-4C13-B720-7C646DC5A680}" type="sibTrans" cxnId="{25E69973-6719-4E9C-B82B-0B9330ED55E5}">
      <dgm:prSet/>
      <dgm:spPr/>
      <dgm:t>
        <a:bodyPr/>
        <a:lstStyle/>
        <a:p>
          <a:endParaRPr lang="en-US"/>
        </a:p>
      </dgm:t>
    </dgm:pt>
    <dgm:pt modelId="{5063AE01-2845-4C4F-B1A0-BE350C2A1D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 training and baseline metrics</a:t>
          </a:r>
        </a:p>
      </dgm:t>
    </dgm:pt>
    <dgm:pt modelId="{3A4D650A-6039-4B78-889D-95F8AE6DD60D}" type="parTrans" cxnId="{2A8EC065-38C3-4C06-926B-938791B443E1}">
      <dgm:prSet/>
      <dgm:spPr/>
      <dgm:t>
        <a:bodyPr/>
        <a:lstStyle/>
        <a:p>
          <a:endParaRPr lang="en-US"/>
        </a:p>
      </dgm:t>
    </dgm:pt>
    <dgm:pt modelId="{05766120-F747-4A61-8298-2D09553912D8}" type="sibTrans" cxnId="{2A8EC065-38C3-4C06-926B-938791B443E1}">
      <dgm:prSet/>
      <dgm:spPr/>
      <dgm:t>
        <a:bodyPr/>
        <a:lstStyle/>
        <a:p>
          <a:endParaRPr lang="en-US"/>
        </a:p>
      </dgm:t>
    </dgm:pt>
    <dgm:pt modelId="{798D31D7-3E1C-478A-9934-A67623BE256B}" type="pres">
      <dgm:prSet presAssocID="{F084F3F4-7A69-43E9-BE31-DB4DCC984EBA}" presName="root" presStyleCnt="0">
        <dgm:presLayoutVars>
          <dgm:dir/>
          <dgm:resizeHandles val="exact"/>
        </dgm:presLayoutVars>
      </dgm:prSet>
      <dgm:spPr/>
    </dgm:pt>
    <dgm:pt modelId="{82E4DB9D-C6C9-46FA-BACF-29E1C76C1C15}" type="pres">
      <dgm:prSet presAssocID="{2556AE4A-E194-4746-8B01-CDA07C701C96}" presName="compNode" presStyleCnt="0"/>
      <dgm:spPr/>
    </dgm:pt>
    <dgm:pt modelId="{AB0BEFCD-F332-424E-93D6-06FBEA0F116D}" type="pres">
      <dgm:prSet presAssocID="{2556AE4A-E194-4746-8B01-CDA07C701C9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041B83D-8886-4607-8980-2E332AA65187}" type="pres">
      <dgm:prSet presAssocID="{2556AE4A-E194-4746-8B01-CDA07C701C96}" presName="spaceRect" presStyleCnt="0"/>
      <dgm:spPr/>
    </dgm:pt>
    <dgm:pt modelId="{CED13DC3-610B-4207-A5E8-B29DA9B94C14}" type="pres">
      <dgm:prSet presAssocID="{2556AE4A-E194-4746-8B01-CDA07C701C96}" presName="textRect" presStyleLbl="revTx" presStyleIdx="0" presStyleCnt="4">
        <dgm:presLayoutVars>
          <dgm:chMax val="1"/>
          <dgm:chPref val="1"/>
        </dgm:presLayoutVars>
      </dgm:prSet>
      <dgm:spPr/>
    </dgm:pt>
    <dgm:pt modelId="{E1FCFF23-E236-4F71-AFDD-5DA7E4DB0C85}" type="pres">
      <dgm:prSet presAssocID="{027F0A3E-00B7-41FD-9892-71721D2787AF}" presName="sibTrans" presStyleCnt="0"/>
      <dgm:spPr/>
    </dgm:pt>
    <dgm:pt modelId="{6AC1529E-6A94-4187-B123-9DE246C8FC30}" type="pres">
      <dgm:prSet presAssocID="{29BFAD48-CB1E-4783-861A-9332EF8F903A}" presName="compNode" presStyleCnt="0"/>
      <dgm:spPr/>
    </dgm:pt>
    <dgm:pt modelId="{5A43BD2A-0A1C-4305-9B22-585447FC53A6}" type="pres">
      <dgm:prSet presAssocID="{29BFAD48-CB1E-4783-861A-9332EF8F903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8BE4215E-1179-4F3B-88B8-A4441210C4A0}" type="pres">
      <dgm:prSet presAssocID="{29BFAD48-CB1E-4783-861A-9332EF8F903A}" presName="spaceRect" presStyleCnt="0"/>
      <dgm:spPr/>
    </dgm:pt>
    <dgm:pt modelId="{B665E050-2570-45F1-8AE0-2261F5B42000}" type="pres">
      <dgm:prSet presAssocID="{29BFAD48-CB1E-4783-861A-9332EF8F903A}" presName="textRect" presStyleLbl="revTx" presStyleIdx="1" presStyleCnt="4">
        <dgm:presLayoutVars>
          <dgm:chMax val="1"/>
          <dgm:chPref val="1"/>
        </dgm:presLayoutVars>
      </dgm:prSet>
      <dgm:spPr/>
    </dgm:pt>
    <dgm:pt modelId="{E8946430-F6DF-4BCE-8656-04E5DD284852}" type="pres">
      <dgm:prSet presAssocID="{4BB72DCB-702E-49AA-BC62-69BF9446E0FD}" presName="sibTrans" presStyleCnt="0"/>
      <dgm:spPr/>
    </dgm:pt>
    <dgm:pt modelId="{7E1B2258-761B-43BD-ACEB-ECFDDEDF299D}" type="pres">
      <dgm:prSet presAssocID="{3797ADE1-9AA0-4AB6-BF7C-6FDE84286ACD}" presName="compNode" presStyleCnt="0"/>
      <dgm:spPr/>
    </dgm:pt>
    <dgm:pt modelId="{AC178036-BDD2-4D47-8064-7A13A1AAD3BA}" type="pres">
      <dgm:prSet presAssocID="{3797ADE1-9AA0-4AB6-BF7C-6FDE84286AC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1587A0A-6964-4014-BBD3-FBDD3A28710C}" type="pres">
      <dgm:prSet presAssocID="{3797ADE1-9AA0-4AB6-BF7C-6FDE84286ACD}" presName="spaceRect" presStyleCnt="0"/>
      <dgm:spPr/>
    </dgm:pt>
    <dgm:pt modelId="{A8438E13-609E-4F62-AFC9-A9678DDBC8CB}" type="pres">
      <dgm:prSet presAssocID="{3797ADE1-9AA0-4AB6-BF7C-6FDE84286ACD}" presName="textRect" presStyleLbl="revTx" presStyleIdx="2" presStyleCnt="4">
        <dgm:presLayoutVars>
          <dgm:chMax val="1"/>
          <dgm:chPref val="1"/>
        </dgm:presLayoutVars>
      </dgm:prSet>
      <dgm:spPr/>
    </dgm:pt>
    <dgm:pt modelId="{25BACA97-07C1-42C3-B721-8C8E73A879EA}" type="pres">
      <dgm:prSet presAssocID="{3C6EE2FB-0826-4C13-B720-7C646DC5A680}" presName="sibTrans" presStyleCnt="0"/>
      <dgm:spPr/>
    </dgm:pt>
    <dgm:pt modelId="{65C2AA4A-AEFB-42B2-824A-F1C76422E28B}" type="pres">
      <dgm:prSet presAssocID="{5063AE01-2845-4C4F-B1A0-BE350C2A1DF4}" presName="compNode" presStyleCnt="0"/>
      <dgm:spPr/>
    </dgm:pt>
    <dgm:pt modelId="{6F4F07F7-B271-4374-B494-6D18334DC291}" type="pres">
      <dgm:prSet presAssocID="{5063AE01-2845-4C4F-B1A0-BE350C2A1DF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5346A5C-6A97-4F07-9D1A-FF081E41AEEC}" type="pres">
      <dgm:prSet presAssocID="{5063AE01-2845-4C4F-B1A0-BE350C2A1DF4}" presName="spaceRect" presStyleCnt="0"/>
      <dgm:spPr/>
    </dgm:pt>
    <dgm:pt modelId="{F8FA332C-0F36-4A5C-8309-0CA501DC7325}" type="pres">
      <dgm:prSet presAssocID="{5063AE01-2845-4C4F-B1A0-BE350C2A1DF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33FFC06-58C3-4714-B2E2-206207808C1B}" type="presOf" srcId="{3797ADE1-9AA0-4AB6-BF7C-6FDE84286ACD}" destId="{A8438E13-609E-4F62-AFC9-A9678DDBC8CB}" srcOrd="0" destOrd="0" presId="urn:microsoft.com/office/officeart/2018/2/layout/IconLabelList"/>
    <dgm:cxn modelId="{C68CED08-B64B-4540-B1E9-E8A805FED677}" type="presOf" srcId="{29BFAD48-CB1E-4783-861A-9332EF8F903A}" destId="{B665E050-2570-45F1-8AE0-2261F5B42000}" srcOrd="0" destOrd="0" presId="urn:microsoft.com/office/officeart/2018/2/layout/IconLabelList"/>
    <dgm:cxn modelId="{9C0CC519-A75B-4EB8-896E-FE02358CDE67}" srcId="{F084F3F4-7A69-43E9-BE31-DB4DCC984EBA}" destId="{2556AE4A-E194-4746-8B01-CDA07C701C96}" srcOrd="0" destOrd="0" parTransId="{335D644B-5E6B-4D85-A754-CAA26EF21572}" sibTransId="{027F0A3E-00B7-41FD-9892-71721D2787AF}"/>
    <dgm:cxn modelId="{0762355F-1447-4576-BDFB-FB60524E9406}" type="presOf" srcId="{5063AE01-2845-4C4F-B1A0-BE350C2A1DF4}" destId="{F8FA332C-0F36-4A5C-8309-0CA501DC7325}" srcOrd="0" destOrd="0" presId="urn:microsoft.com/office/officeart/2018/2/layout/IconLabelList"/>
    <dgm:cxn modelId="{2A8EC065-38C3-4C06-926B-938791B443E1}" srcId="{F084F3F4-7A69-43E9-BE31-DB4DCC984EBA}" destId="{5063AE01-2845-4C4F-B1A0-BE350C2A1DF4}" srcOrd="3" destOrd="0" parTransId="{3A4D650A-6039-4B78-889D-95F8AE6DD60D}" sibTransId="{05766120-F747-4A61-8298-2D09553912D8}"/>
    <dgm:cxn modelId="{9CA82568-0CF1-480E-9BCB-38CEC290342D}" type="presOf" srcId="{2556AE4A-E194-4746-8B01-CDA07C701C96}" destId="{CED13DC3-610B-4207-A5E8-B29DA9B94C14}" srcOrd="0" destOrd="0" presId="urn:microsoft.com/office/officeart/2018/2/layout/IconLabelList"/>
    <dgm:cxn modelId="{25E69973-6719-4E9C-B82B-0B9330ED55E5}" srcId="{F084F3F4-7A69-43E9-BE31-DB4DCC984EBA}" destId="{3797ADE1-9AA0-4AB6-BF7C-6FDE84286ACD}" srcOrd="2" destOrd="0" parTransId="{F1BC01F4-F67D-460E-9EFD-0DAC5C4138DB}" sibTransId="{3C6EE2FB-0826-4C13-B720-7C646DC5A680}"/>
    <dgm:cxn modelId="{C7A41199-9AC6-47EC-BAAE-E2B831C0E95A}" type="presOf" srcId="{F084F3F4-7A69-43E9-BE31-DB4DCC984EBA}" destId="{798D31D7-3E1C-478A-9934-A67623BE256B}" srcOrd="0" destOrd="0" presId="urn:microsoft.com/office/officeart/2018/2/layout/IconLabelList"/>
    <dgm:cxn modelId="{DC5122AE-1A87-4297-BAC3-68454662E2C0}" srcId="{F084F3F4-7A69-43E9-BE31-DB4DCC984EBA}" destId="{29BFAD48-CB1E-4783-861A-9332EF8F903A}" srcOrd="1" destOrd="0" parTransId="{038020F1-5953-45FB-B305-730609830245}" sibTransId="{4BB72DCB-702E-49AA-BC62-69BF9446E0FD}"/>
    <dgm:cxn modelId="{BD73CCD3-0A53-45A1-8211-75D943BAD3B7}" type="presParOf" srcId="{798D31D7-3E1C-478A-9934-A67623BE256B}" destId="{82E4DB9D-C6C9-46FA-BACF-29E1C76C1C15}" srcOrd="0" destOrd="0" presId="urn:microsoft.com/office/officeart/2018/2/layout/IconLabelList"/>
    <dgm:cxn modelId="{E8584AF1-E882-49DC-96B6-6D6AA03A4553}" type="presParOf" srcId="{82E4DB9D-C6C9-46FA-BACF-29E1C76C1C15}" destId="{AB0BEFCD-F332-424E-93D6-06FBEA0F116D}" srcOrd="0" destOrd="0" presId="urn:microsoft.com/office/officeart/2018/2/layout/IconLabelList"/>
    <dgm:cxn modelId="{45465267-9F74-4824-BD8D-F0ECE58E6C9E}" type="presParOf" srcId="{82E4DB9D-C6C9-46FA-BACF-29E1C76C1C15}" destId="{7041B83D-8886-4607-8980-2E332AA65187}" srcOrd="1" destOrd="0" presId="urn:microsoft.com/office/officeart/2018/2/layout/IconLabelList"/>
    <dgm:cxn modelId="{D90F389D-48AD-49C9-B237-FAE2C9F5E923}" type="presParOf" srcId="{82E4DB9D-C6C9-46FA-BACF-29E1C76C1C15}" destId="{CED13DC3-610B-4207-A5E8-B29DA9B94C14}" srcOrd="2" destOrd="0" presId="urn:microsoft.com/office/officeart/2018/2/layout/IconLabelList"/>
    <dgm:cxn modelId="{C8185B5E-EC9A-4B42-AAA5-781ED147B426}" type="presParOf" srcId="{798D31D7-3E1C-478A-9934-A67623BE256B}" destId="{E1FCFF23-E236-4F71-AFDD-5DA7E4DB0C85}" srcOrd="1" destOrd="0" presId="urn:microsoft.com/office/officeart/2018/2/layout/IconLabelList"/>
    <dgm:cxn modelId="{5155ECCA-7C70-46ED-BBBC-AD499269D2B0}" type="presParOf" srcId="{798D31D7-3E1C-478A-9934-A67623BE256B}" destId="{6AC1529E-6A94-4187-B123-9DE246C8FC30}" srcOrd="2" destOrd="0" presId="urn:microsoft.com/office/officeart/2018/2/layout/IconLabelList"/>
    <dgm:cxn modelId="{2831E6F1-321D-437C-A871-020E8C9B7044}" type="presParOf" srcId="{6AC1529E-6A94-4187-B123-9DE246C8FC30}" destId="{5A43BD2A-0A1C-4305-9B22-585447FC53A6}" srcOrd="0" destOrd="0" presId="urn:microsoft.com/office/officeart/2018/2/layout/IconLabelList"/>
    <dgm:cxn modelId="{B86C0217-E4BB-45C1-A4ED-BBAF367BB51B}" type="presParOf" srcId="{6AC1529E-6A94-4187-B123-9DE246C8FC30}" destId="{8BE4215E-1179-4F3B-88B8-A4441210C4A0}" srcOrd="1" destOrd="0" presId="urn:microsoft.com/office/officeart/2018/2/layout/IconLabelList"/>
    <dgm:cxn modelId="{11914E32-7F03-451A-ABA5-29C2D522EC80}" type="presParOf" srcId="{6AC1529E-6A94-4187-B123-9DE246C8FC30}" destId="{B665E050-2570-45F1-8AE0-2261F5B42000}" srcOrd="2" destOrd="0" presId="urn:microsoft.com/office/officeart/2018/2/layout/IconLabelList"/>
    <dgm:cxn modelId="{2A98350E-6C2F-4616-8FBB-59EC12827ED2}" type="presParOf" srcId="{798D31D7-3E1C-478A-9934-A67623BE256B}" destId="{E8946430-F6DF-4BCE-8656-04E5DD284852}" srcOrd="3" destOrd="0" presId="urn:microsoft.com/office/officeart/2018/2/layout/IconLabelList"/>
    <dgm:cxn modelId="{7B8D5277-00EA-4B46-AF49-79B6C08206A7}" type="presParOf" srcId="{798D31D7-3E1C-478A-9934-A67623BE256B}" destId="{7E1B2258-761B-43BD-ACEB-ECFDDEDF299D}" srcOrd="4" destOrd="0" presId="urn:microsoft.com/office/officeart/2018/2/layout/IconLabelList"/>
    <dgm:cxn modelId="{A3F7DC2D-BF45-4A59-BB19-12F07C3F51A2}" type="presParOf" srcId="{7E1B2258-761B-43BD-ACEB-ECFDDEDF299D}" destId="{AC178036-BDD2-4D47-8064-7A13A1AAD3BA}" srcOrd="0" destOrd="0" presId="urn:microsoft.com/office/officeart/2018/2/layout/IconLabelList"/>
    <dgm:cxn modelId="{DD2849B3-85C8-4606-977C-4806C223F7A4}" type="presParOf" srcId="{7E1B2258-761B-43BD-ACEB-ECFDDEDF299D}" destId="{31587A0A-6964-4014-BBD3-FBDD3A28710C}" srcOrd="1" destOrd="0" presId="urn:microsoft.com/office/officeart/2018/2/layout/IconLabelList"/>
    <dgm:cxn modelId="{2025EE95-0DCF-441D-A6E3-81BC1BF62805}" type="presParOf" srcId="{7E1B2258-761B-43BD-ACEB-ECFDDEDF299D}" destId="{A8438E13-609E-4F62-AFC9-A9678DDBC8CB}" srcOrd="2" destOrd="0" presId="urn:microsoft.com/office/officeart/2018/2/layout/IconLabelList"/>
    <dgm:cxn modelId="{D31F191E-F2E2-4EAD-ACEE-4FEB5F6DB38C}" type="presParOf" srcId="{798D31D7-3E1C-478A-9934-A67623BE256B}" destId="{25BACA97-07C1-42C3-B721-8C8E73A879EA}" srcOrd="5" destOrd="0" presId="urn:microsoft.com/office/officeart/2018/2/layout/IconLabelList"/>
    <dgm:cxn modelId="{49EE9BD7-8316-4564-9D52-41B6361C439A}" type="presParOf" srcId="{798D31D7-3E1C-478A-9934-A67623BE256B}" destId="{65C2AA4A-AEFB-42B2-824A-F1C76422E28B}" srcOrd="6" destOrd="0" presId="urn:microsoft.com/office/officeart/2018/2/layout/IconLabelList"/>
    <dgm:cxn modelId="{D440355B-9E33-47B3-8A9E-DB200442DDC5}" type="presParOf" srcId="{65C2AA4A-AEFB-42B2-824A-F1C76422E28B}" destId="{6F4F07F7-B271-4374-B494-6D18334DC291}" srcOrd="0" destOrd="0" presId="urn:microsoft.com/office/officeart/2018/2/layout/IconLabelList"/>
    <dgm:cxn modelId="{32E05B95-43E6-40CB-ABEE-AAD0BA6127DB}" type="presParOf" srcId="{65C2AA4A-AEFB-42B2-824A-F1C76422E28B}" destId="{E5346A5C-6A97-4F07-9D1A-FF081E41AEEC}" srcOrd="1" destOrd="0" presId="urn:microsoft.com/office/officeart/2018/2/layout/IconLabelList"/>
    <dgm:cxn modelId="{D42004F5-E95D-427D-A09C-0FCD9F3ADDAB}" type="presParOf" srcId="{65C2AA4A-AEFB-42B2-824A-F1C76422E28B}" destId="{F8FA332C-0F36-4A5C-8309-0CA501DC73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C2BC842-AF79-4EB3-BEAD-D6E16C8C06AF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42B4E0-C782-42B7-AD9A-777586879C19}">
      <dgm:prSet/>
      <dgm:spPr/>
      <dgm:t>
        <a:bodyPr/>
        <a:lstStyle/>
        <a:p>
          <a:r>
            <a:rPr lang="en-US"/>
            <a:t>Random Forest: non-linear ensemble baseline</a:t>
          </a:r>
        </a:p>
      </dgm:t>
    </dgm:pt>
    <dgm:pt modelId="{FADFA46B-DADA-4949-AF47-B87358A95ACB}" type="parTrans" cxnId="{CCD19F9D-E87F-4CC9-B443-D608C6DDFBCE}">
      <dgm:prSet/>
      <dgm:spPr/>
      <dgm:t>
        <a:bodyPr/>
        <a:lstStyle/>
        <a:p>
          <a:endParaRPr lang="en-US"/>
        </a:p>
      </dgm:t>
    </dgm:pt>
    <dgm:pt modelId="{15571309-DA16-496D-859E-C2E10F532790}" type="sibTrans" cxnId="{CCD19F9D-E87F-4CC9-B443-D608C6DDFBCE}">
      <dgm:prSet/>
      <dgm:spPr/>
      <dgm:t>
        <a:bodyPr/>
        <a:lstStyle/>
        <a:p>
          <a:endParaRPr lang="en-US"/>
        </a:p>
      </dgm:t>
    </dgm:pt>
    <dgm:pt modelId="{84079087-4F35-467A-9F6A-3A1748FB6615}">
      <dgm:prSet/>
      <dgm:spPr/>
      <dgm:t>
        <a:bodyPr/>
        <a:lstStyle/>
        <a:p>
          <a:r>
            <a:rPr lang="en-US"/>
            <a:t>LightGBM: gradient boosting, handles imbalance</a:t>
          </a:r>
        </a:p>
      </dgm:t>
    </dgm:pt>
    <dgm:pt modelId="{A441CB68-6E1C-4615-BBBC-06F8150B1207}" type="parTrans" cxnId="{06AF5161-71E8-4C86-9C2A-48B105E88443}">
      <dgm:prSet/>
      <dgm:spPr/>
      <dgm:t>
        <a:bodyPr/>
        <a:lstStyle/>
        <a:p>
          <a:endParaRPr lang="en-US"/>
        </a:p>
      </dgm:t>
    </dgm:pt>
    <dgm:pt modelId="{433D44E0-FAE4-4E57-B519-7A26BCD69217}" type="sibTrans" cxnId="{06AF5161-71E8-4C86-9C2A-48B105E88443}">
      <dgm:prSet/>
      <dgm:spPr/>
      <dgm:t>
        <a:bodyPr/>
        <a:lstStyle/>
        <a:p>
          <a:endParaRPr lang="en-US"/>
        </a:p>
      </dgm:t>
    </dgm:pt>
    <dgm:pt modelId="{1B839F10-0FDE-409C-BFDE-3B7269F106B1}">
      <dgm:prSet/>
      <dgm:spPr/>
      <dgm:t>
        <a:bodyPr/>
        <a:lstStyle/>
        <a:p>
          <a:r>
            <a:rPr lang="en-US"/>
            <a:t>Both integrated into sklearn Pipeline</a:t>
          </a:r>
        </a:p>
      </dgm:t>
    </dgm:pt>
    <dgm:pt modelId="{C0D8E731-9A11-4A24-9FDD-214F87C43129}" type="parTrans" cxnId="{6323B5EB-B201-4F82-BA9F-DBFAE5E1D1DC}">
      <dgm:prSet/>
      <dgm:spPr/>
      <dgm:t>
        <a:bodyPr/>
        <a:lstStyle/>
        <a:p>
          <a:endParaRPr lang="en-US"/>
        </a:p>
      </dgm:t>
    </dgm:pt>
    <dgm:pt modelId="{D297686E-F70A-4616-A32B-A8A11F7DA73D}" type="sibTrans" cxnId="{6323B5EB-B201-4F82-BA9F-DBFAE5E1D1DC}">
      <dgm:prSet/>
      <dgm:spPr/>
      <dgm:t>
        <a:bodyPr/>
        <a:lstStyle/>
        <a:p>
          <a:endParaRPr lang="en-US"/>
        </a:p>
      </dgm:t>
    </dgm:pt>
    <dgm:pt modelId="{F96DC6C1-7C94-416B-A76A-47DDD8F56085}">
      <dgm:prSet/>
      <dgm:spPr/>
      <dgm:t>
        <a:bodyPr/>
        <a:lstStyle/>
        <a:p>
          <a:r>
            <a:rPr lang="en-US"/>
            <a:t>Compared on validation metrics</a:t>
          </a:r>
        </a:p>
      </dgm:t>
    </dgm:pt>
    <dgm:pt modelId="{AA6B6CC5-033C-40BB-AD0E-7EA532573279}" type="parTrans" cxnId="{A0251EF2-346F-49F6-ADA6-52379510E9E3}">
      <dgm:prSet/>
      <dgm:spPr/>
      <dgm:t>
        <a:bodyPr/>
        <a:lstStyle/>
        <a:p>
          <a:endParaRPr lang="en-US"/>
        </a:p>
      </dgm:t>
    </dgm:pt>
    <dgm:pt modelId="{73A83665-4223-4356-83A7-804DFB52146D}" type="sibTrans" cxnId="{A0251EF2-346F-49F6-ADA6-52379510E9E3}">
      <dgm:prSet/>
      <dgm:spPr/>
      <dgm:t>
        <a:bodyPr/>
        <a:lstStyle/>
        <a:p>
          <a:endParaRPr lang="en-US"/>
        </a:p>
      </dgm:t>
    </dgm:pt>
    <dgm:pt modelId="{F8B5F77F-A37F-A146-8C0E-31A8CD8CBF75}" type="pres">
      <dgm:prSet presAssocID="{EC2BC842-AF79-4EB3-BEAD-D6E16C8C06AF}" presName="Name0" presStyleCnt="0">
        <dgm:presLayoutVars>
          <dgm:chMax/>
          <dgm:chPref/>
          <dgm:dir/>
          <dgm:animLvl val="lvl"/>
        </dgm:presLayoutVars>
      </dgm:prSet>
      <dgm:spPr/>
    </dgm:pt>
    <dgm:pt modelId="{C49DF3B6-1256-ED4E-A86A-A78E214E748D}" type="pres">
      <dgm:prSet presAssocID="{0842B4E0-C782-42B7-AD9A-777586879C19}" presName="composite" presStyleCnt="0"/>
      <dgm:spPr/>
    </dgm:pt>
    <dgm:pt modelId="{744CA4BD-B567-BC4F-8F1F-CEF681E196DC}" type="pres">
      <dgm:prSet presAssocID="{0842B4E0-C782-42B7-AD9A-777586879C19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6C2C361B-4B46-2E4F-9315-1BF9437FD0CC}" type="pres">
      <dgm:prSet presAssocID="{0842B4E0-C782-42B7-AD9A-777586879C19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F995DA28-AC6C-5044-AFC0-6125C8F06533}" type="pres">
      <dgm:prSet presAssocID="{0842B4E0-C782-42B7-AD9A-777586879C19}" presName="BalanceSpacing" presStyleCnt="0"/>
      <dgm:spPr/>
    </dgm:pt>
    <dgm:pt modelId="{E6AB068C-6DDB-4C4D-BEDE-A0C13CD61726}" type="pres">
      <dgm:prSet presAssocID="{0842B4E0-C782-42B7-AD9A-777586879C19}" presName="BalanceSpacing1" presStyleCnt="0"/>
      <dgm:spPr/>
    </dgm:pt>
    <dgm:pt modelId="{423DF1BF-0241-CD40-AD47-B0D479E4DC3F}" type="pres">
      <dgm:prSet presAssocID="{15571309-DA16-496D-859E-C2E10F532790}" presName="Accent1Text" presStyleLbl="node1" presStyleIdx="1" presStyleCnt="8"/>
      <dgm:spPr/>
    </dgm:pt>
    <dgm:pt modelId="{51C41676-D2CF-DF4D-996E-B04387D0C3BE}" type="pres">
      <dgm:prSet presAssocID="{15571309-DA16-496D-859E-C2E10F532790}" presName="spaceBetweenRectangles" presStyleCnt="0"/>
      <dgm:spPr/>
    </dgm:pt>
    <dgm:pt modelId="{FFB49156-1166-9845-83F9-E9FBFC10EC96}" type="pres">
      <dgm:prSet presAssocID="{84079087-4F35-467A-9F6A-3A1748FB6615}" presName="composite" presStyleCnt="0"/>
      <dgm:spPr/>
    </dgm:pt>
    <dgm:pt modelId="{CA68AF4F-1DFF-9941-966F-8A565AC4D891}" type="pres">
      <dgm:prSet presAssocID="{84079087-4F35-467A-9F6A-3A1748FB6615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5AFB1BED-9426-8447-A96E-7216A9D7FF5C}" type="pres">
      <dgm:prSet presAssocID="{84079087-4F35-467A-9F6A-3A1748FB6615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D9A95A4C-C25A-CC45-851D-53501C060E62}" type="pres">
      <dgm:prSet presAssocID="{84079087-4F35-467A-9F6A-3A1748FB6615}" presName="BalanceSpacing" presStyleCnt="0"/>
      <dgm:spPr/>
    </dgm:pt>
    <dgm:pt modelId="{E013F2F2-31A4-5142-82EC-1142D063D0D9}" type="pres">
      <dgm:prSet presAssocID="{84079087-4F35-467A-9F6A-3A1748FB6615}" presName="BalanceSpacing1" presStyleCnt="0"/>
      <dgm:spPr/>
    </dgm:pt>
    <dgm:pt modelId="{C5230355-C319-4F4A-8035-0A55697C6793}" type="pres">
      <dgm:prSet presAssocID="{433D44E0-FAE4-4E57-B519-7A26BCD69217}" presName="Accent1Text" presStyleLbl="node1" presStyleIdx="3" presStyleCnt="8"/>
      <dgm:spPr/>
    </dgm:pt>
    <dgm:pt modelId="{09781BE7-3EA3-0B41-BCDE-02D7F647F00B}" type="pres">
      <dgm:prSet presAssocID="{433D44E0-FAE4-4E57-B519-7A26BCD69217}" presName="spaceBetweenRectangles" presStyleCnt="0"/>
      <dgm:spPr/>
    </dgm:pt>
    <dgm:pt modelId="{BA1BD553-A76B-CD45-96B9-F029E87FCC93}" type="pres">
      <dgm:prSet presAssocID="{1B839F10-0FDE-409C-BFDE-3B7269F106B1}" presName="composite" presStyleCnt="0"/>
      <dgm:spPr/>
    </dgm:pt>
    <dgm:pt modelId="{79A6AB1F-20CB-0548-88DF-4F34DD5D3A78}" type="pres">
      <dgm:prSet presAssocID="{1B839F10-0FDE-409C-BFDE-3B7269F106B1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B8ABDEF3-F397-EA44-848F-55399D3F6FC5}" type="pres">
      <dgm:prSet presAssocID="{1B839F10-0FDE-409C-BFDE-3B7269F106B1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D65C4CB0-7CCA-8E42-A2E4-91FFDDB42793}" type="pres">
      <dgm:prSet presAssocID="{1B839F10-0FDE-409C-BFDE-3B7269F106B1}" presName="BalanceSpacing" presStyleCnt="0"/>
      <dgm:spPr/>
    </dgm:pt>
    <dgm:pt modelId="{AD4B6ABD-FBF4-C243-A08D-05294144C258}" type="pres">
      <dgm:prSet presAssocID="{1B839F10-0FDE-409C-BFDE-3B7269F106B1}" presName="BalanceSpacing1" presStyleCnt="0"/>
      <dgm:spPr/>
    </dgm:pt>
    <dgm:pt modelId="{948FA1F4-7592-7F41-987A-1CBF0FDBF69E}" type="pres">
      <dgm:prSet presAssocID="{D297686E-F70A-4616-A32B-A8A11F7DA73D}" presName="Accent1Text" presStyleLbl="node1" presStyleIdx="5" presStyleCnt="8"/>
      <dgm:spPr/>
    </dgm:pt>
    <dgm:pt modelId="{969E4E5C-B257-FB49-915E-8DA924724DB3}" type="pres">
      <dgm:prSet presAssocID="{D297686E-F70A-4616-A32B-A8A11F7DA73D}" presName="spaceBetweenRectangles" presStyleCnt="0"/>
      <dgm:spPr/>
    </dgm:pt>
    <dgm:pt modelId="{8F13B177-F2D7-424A-8A8D-157CF34B4ADC}" type="pres">
      <dgm:prSet presAssocID="{F96DC6C1-7C94-416B-A76A-47DDD8F56085}" presName="composite" presStyleCnt="0"/>
      <dgm:spPr/>
    </dgm:pt>
    <dgm:pt modelId="{992A7B74-87C6-BF45-BA4B-009C0ACDC4AD}" type="pres">
      <dgm:prSet presAssocID="{F96DC6C1-7C94-416B-A76A-47DDD8F56085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B8C8DF92-8233-AD46-8792-A4E1089AF42A}" type="pres">
      <dgm:prSet presAssocID="{F96DC6C1-7C94-416B-A76A-47DDD8F56085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29013688-F6AD-0D49-8C72-2149E26DB6B2}" type="pres">
      <dgm:prSet presAssocID="{F96DC6C1-7C94-416B-A76A-47DDD8F56085}" presName="BalanceSpacing" presStyleCnt="0"/>
      <dgm:spPr/>
    </dgm:pt>
    <dgm:pt modelId="{2ABC1336-1EAF-EC47-89EE-9AC4E171B018}" type="pres">
      <dgm:prSet presAssocID="{F96DC6C1-7C94-416B-A76A-47DDD8F56085}" presName="BalanceSpacing1" presStyleCnt="0"/>
      <dgm:spPr/>
    </dgm:pt>
    <dgm:pt modelId="{429C3C6F-809B-204C-8A13-712B633DD33B}" type="pres">
      <dgm:prSet presAssocID="{73A83665-4223-4356-83A7-804DFB52146D}" presName="Accent1Text" presStyleLbl="node1" presStyleIdx="7" presStyleCnt="8"/>
      <dgm:spPr/>
    </dgm:pt>
  </dgm:ptLst>
  <dgm:cxnLst>
    <dgm:cxn modelId="{79C54D00-E74F-F445-8376-8F717F31245C}" type="presOf" srcId="{F96DC6C1-7C94-416B-A76A-47DDD8F56085}" destId="{992A7B74-87C6-BF45-BA4B-009C0ACDC4AD}" srcOrd="0" destOrd="0" presId="urn:microsoft.com/office/officeart/2008/layout/AlternatingHexagons"/>
    <dgm:cxn modelId="{498FB85D-3EFD-6D48-A180-A4EF63627A00}" type="presOf" srcId="{EC2BC842-AF79-4EB3-BEAD-D6E16C8C06AF}" destId="{F8B5F77F-A37F-A146-8C0E-31A8CD8CBF75}" srcOrd="0" destOrd="0" presId="urn:microsoft.com/office/officeart/2008/layout/AlternatingHexagons"/>
    <dgm:cxn modelId="{06AF5161-71E8-4C86-9C2A-48B105E88443}" srcId="{EC2BC842-AF79-4EB3-BEAD-D6E16C8C06AF}" destId="{84079087-4F35-467A-9F6A-3A1748FB6615}" srcOrd="1" destOrd="0" parTransId="{A441CB68-6E1C-4615-BBBC-06F8150B1207}" sibTransId="{433D44E0-FAE4-4E57-B519-7A26BCD69217}"/>
    <dgm:cxn modelId="{6C8BBD46-EFBA-DE42-9A4C-0864AE10BBE6}" type="presOf" srcId="{15571309-DA16-496D-859E-C2E10F532790}" destId="{423DF1BF-0241-CD40-AD47-B0D479E4DC3F}" srcOrd="0" destOrd="0" presId="urn:microsoft.com/office/officeart/2008/layout/AlternatingHexagons"/>
    <dgm:cxn modelId="{FCE8966D-708D-BC49-B149-A9BCC2A0D531}" type="presOf" srcId="{1B839F10-0FDE-409C-BFDE-3B7269F106B1}" destId="{79A6AB1F-20CB-0548-88DF-4F34DD5D3A78}" srcOrd="0" destOrd="0" presId="urn:microsoft.com/office/officeart/2008/layout/AlternatingHexagons"/>
    <dgm:cxn modelId="{BB722F54-2A04-E043-B6E4-07F313E99278}" type="presOf" srcId="{D297686E-F70A-4616-A32B-A8A11F7DA73D}" destId="{948FA1F4-7592-7F41-987A-1CBF0FDBF69E}" srcOrd="0" destOrd="0" presId="urn:microsoft.com/office/officeart/2008/layout/AlternatingHexagons"/>
    <dgm:cxn modelId="{49441E79-B65B-554E-BE96-BBFBB53E5F99}" type="presOf" srcId="{0842B4E0-C782-42B7-AD9A-777586879C19}" destId="{744CA4BD-B567-BC4F-8F1F-CEF681E196DC}" srcOrd="0" destOrd="0" presId="urn:microsoft.com/office/officeart/2008/layout/AlternatingHexagons"/>
    <dgm:cxn modelId="{BB2A029C-C6BD-7C4B-A0FD-5DEF569F7F26}" type="presOf" srcId="{84079087-4F35-467A-9F6A-3A1748FB6615}" destId="{CA68AF4F-1DFF-9941-966F-8A565AC4D891}" srcOrd="0" destOrd="0" presId="urn:microsoft.com/office/officeart/2008/layout/AlternatingHexagons"/>
    <dgm:cxn modelId="{CCD19F9D-E87F-4CC9-B443-D608C6DDFBCE}" srcId="{EC2BC842-AF79-4EB3-BEAD-D6E16C8C06AF}" destId="{0842B4E0-C782-42B7-AD9A-777586879C19}" srcOrd="0" destOrd="0" parTransId="{FADFA46B-DADA-4949-AF47-B87358A95ACB}" sibTransId="{15571309-DA16-496D-859E-C2E10F532790}"/>
    <dgm:cxn modelId="{A091339F-6099-7941-ACF4-19552A651ECE}" type="presOf" srcId="{433D44E0-FAE4-4E57-B519-7A26BCD69217}" destId="{C5230355-C319-4F4A-8035-0A55697C6793}" srcOrd="0" destOrd="0" presId="urn:microsoft.com/office/officeart/2008/layout/AlternatingHexagons"/>
    <dgm:cxn modelId="{585F9BBD-09D6-3140-B880-8915038C4442}" type="presOf" srcId="{73A83665-4223-4356-83A7-804DFB52146D}" destId="{429C3C6F-809B-204C-8A13-712B633DD33B}" srcOrd="0" destOrd="0" presId="urn:microsoft.com/office/officeart/2008/layout/AlternatingHexagons"/>
    <dgm:cxn modelId="{6323B5EB-B201-4F82-BA9F-DBFAE5E1D1DC}" srcId="{EC2BC842-AF79-4EB3-BEAD-D6E16C8C06AF}" destId="{1B839F10-0FDE-409C-BFDE-3B7269F106B1}" srcOrd="2" destOrd="0" parTransId="{C0D8E731-9A11-4A24-9FDD-214F87C43129}" sibTransId="{D297686E-F70A-4616-A32B-A8A11F7DA73D}"/>
    <dgm:cxn modelId="{A0251EF2-346F-49F6-ADA6-52379510E9E3}" srcId="{EC2BC842-AF79-4EB3-BEAD-D6E16C8C06AF}" destId="{F96DC6C1-7C94-416B-A76A-47DDD8F56085}" srcOrd="3" destOrd="0" parTransId="{AA6B6CC5-033C-40BB-AD0E-7EA532573279}" sibTransId="{73A83665-4223-4356-83A7-804DFB52146D}"/>
    <dgm:cxn modelId="{8447EDB3-384F-124F-AACA-4DCE8E037A4A}" type="presParOf" srcId="{F8B5F77F-A37F-A146-8C0E-31A8CD8CBF75}" destId="{C49DF3B6-1256-ED4E-A86A-A78E214E748D}" srcOrd="0" destOrd="0" presId="urn:microsoft.com/office/officeart/2008/layout/AlternatingHexagons"/>
    <dgm:cxn modelId="{00D6953D-9299-B64E-B893-BB3B7AF6E7A4}" type="presParOf" srcId="{C49DF3B6-1256-ED4E-A86A-A78E214E748D}" destId="{744CA4BD-B567-BC4F-8F1F-CEF681E196DC}" srcOrd="0" destOrd="0" presId="urn:microsoft.com/office/officeart/2008/layout/AlternatingHexagons"/>
    <dgm:cxn modelId="{068F0F39-4991-F949-81FE-E86D66AC2CF6}" type="presParOf" srcId="{C49DF3B6-1256-ED4E-A86A-A78E214E748D}" destId="{6C2C361B-4B46-2E4F-9315-1BF9437FD0CC}" srcOrd="1" destOrd="0" presId="urn:microsoft.com/office/officeart/2008/layout/AlternatingHexagons"/>
    <dgm:cxn modelId="{AB85436F-D451-EF41-89DF-F363B11EF739}" type="presParOf" srcId="{C49DF3B6-1256-ED4E-A86A-A78E214E748D}" destId="{F995DA28-AC6C-5044-AFC0-6125C8F06533}" srcOrd="2" destOrd="0" presId="urn:microsoft.com/office/officeart/2008/layout/AlternatingHexagons"/>
    <dgm:cxn modelId="{9F3ECBFD-69CF-6E4F-8C8C-BC0953D1AC2A}" type="presParOf" srcId="{C49DF3B6-1256-ED4E-A86A-A78E214E748D}" destId="{E6AB068C-6DDB-4C4D-BEDE-A0C13CD61726}" srcOrd="3" destOrd="0" presId="urn:microsoft.com/office/officeart/2008/layout/AlternatingHexagons"/>
    <dgm:cxn modelId="{AE879FD1-3E26-B842-A60F-9591CE69FC06}" type="presParOf" srcId="{C49DF3B6-1256-ED4E-A86A-A78E214E748D}" destId="{423DF1BF-0241-CD40-AD47-B0D479E4DC3F}" srcOrd="4" destOrd="0" presId="urn:microsoft.com/office/officeart/2008/layout/AlternatingHexagons"/>
    <dgm:cxn modelId="{1E58736B-5BF6-DA42-87EE-A3099949140A}" type="presParOf" srcId="{F8B5F77F-A37F-A146-8C0E-31A8CD8CBF75}" destId="{51C41676-D2CF-DF4D-996E-B04387D0C3BE}" srcOrd="1" destOrd="0" presId="urn:microsoft.com/office/officeart/2008/layout/AlternatingHexagons"/>
    <dgm:cxn modelId="{E42BE1BA-9847-3F46-B6C7-744DEBC16665}" type="presParOf" srcId="{F8B5F77F-A37F-A146-8C0E-31A8CD8CBF75}" destId="{FFB49156-1166-9845-83F9-E9FBFC10EC96}" srcOrd="2" destOrd="0" presId="urn:microsoft.com/office/officeart/2008/layout/AlternatingHexagons"/>
    <dgm:cxn modelId="{2845D882-3928-1440-A9DE-6D465FE210C0}" type="presParOf" srcId="{FFB49156-1166-9845-83F9-E9FBFC10EC96}" destId="{CA68AF4F-1DFF-9941-966F-8A565AC4D891}" srcOrd="0" destOrd="0" presId="urn:microsoft.com/office/officeart/2008/layout/AlternatingHexagons"/>
    <dgm:cxn modelId="{AA7AD96E-F3E1-C84B-B1A0-C53D479C3BE3}" type="presParOf" srcId="{FFB49156-1166-9845-83F9-E9FBFC10EC96}" destId="{5AFB1BED-9426-8447-A96E-7216A9D7FF5C}" srcOrd="1" destOrd="0" presId="urn:microsoft.com/office/officeart/2008/layout/AlternatingHexagons"/>
    <dgm:cxn modelId="{68193341-660E-5549-9DF3-0955BB035F01}" type="presParOf" srcId="{FFB49156-1166-9845-83F9-E9FBFC10EC96}" destId="{D9A95A4C-C25A-CC45-851D-53501C060E62}" srcOrd="2" destOrd="0" presId="urn:microsoft.com/office/officeart/2008/layout/AlternatingHexagons"/>
    <dgm:cxn modelId="{C858CE5C-1837-AE4C-84AA-098010B71EA6}" type="presParOf" srcId="{FFB49156-1166-9845-83F9-E9FBFC10EC96}" destId="{E013F2F2-31A4-5142-82EC-1142D063D0D9}" srcOrd="3" destOrd="0" presId="urn:microsoft.com/office/officeart/2008/layout/AlternatingHexagons"/>
    <dgm:cxn modelId="{999FD025-3C7B-0B4E-941F-7AE2F44B7768}" type="presParOf" srcId="{FFB49156-1166-9845-83F9-E9FBFC10EC96}" destId="{C5230355-C319-4F4A-8035-0A55697C6793}" srcOrd="4" destOrd="0" presId="urn:microsoft.com/office/officeart/2008/layout/AlternatingHexagons"/>
    <dgm:cxn modelId="{F9004778-4123-B94C-8FDC-1B8500D52F97}" type="presParOf" srcId="{F8B5F77F-A37F-A146-8C0E-31A8CD8CBF75}" destId="{09781BE7-3EA3-0B41-BCDE-02D7F647F00B}" srcOrd="3" destOrd="0" presId="urn:microsoft.com/office/officeart/2008/layout/AlternatingHexagons"/>
    <dgm:cxn modelId="{E7E3DD6F-B68D-3E4D-A0CB-7240615E0139}" type="presParOf" srcId="{F8B5F77F-A37F-A146-8C0E-31A8CD8CBF75}" destId="{BA1BD553-A76B-CD45-96B9-F029E87FCC93}" srcOrd="4" destOrd="0" presId="urn:microsoft.com/office/officeart/2008/layout/AlternatingHexagons"/>
    <dgm:cxn modelId="{55F69BC9-5C9E-624F-937C-6A62CE9DD64A}" type="presParOf" srcId="{BA1BD553-A76B-CD45-96B9-F029E87FCC93}" destId="{79A6AB1F-20CB-0548-88DF-4F34DD5D3A78}" srcOrd="0" destOrd="0" presId="urn:microsoft.com/office/officeart/2008/layout/AlternatingHexagons"/>
    <dgm:cxn modelId="{712D1044-AC79-3A42-B080-2B5DFACE4F33}" type="presParOf" srcId="{BA1BD553-A76B-CD45-96B9-F029E87FCC93}" destId="{B8ABDEF3-F397-EA44-848F-55399D3F6FC5}" srcOrd="1" destOrd="0" presId="urn:microsoft.com/office/officeart/2008/layout/AlternatingHexagons"/>
    <dgm:cxn modelId="{AE88E0D8-96F7-734E-9F76-5F9F249ABBFF}" type="presParOf" srcId="{BA1BD553-A76B-CD45-96B9-F029E87FCC93}" destId="{D65C4CB0-7CCA-8E42-A2E4-91FFDDB42793}" srcOrd="2" destOrd="0" presId="urn:microsoft.com/office/officeart/2008/layout/AlternatingHexagons"/>
    <dgm:cxn modelId="{42A7C38F-F64D-3443-9DB5-075FB35DF70C}" type="presParOf" srcId="{BA1BD553-A76B-CD45-96B9-F029E87FCC93}" destId="{AD4B6ABD-FBF4-C243-A08D-05294144C258}" srcOrd="3" destOrd="0" presId="urn:microsoft.com/office/officeart/2008/layout/AlternatingHexagons"/>
    <dgm:cxn modelId="{B6928843-CCB9-2A4D-A729-1652B516C9B4}" type="presParOf" srcId="{BA1BD553-A76B-CD45-96B9-F029E87FCC93}" destId="{948FA1F4-7592-7F41-987A-1CBF0FDBF69E}" srcOrd="4" destOrd="0" presId="urn:microsoft.com/office/officeart/2008/layout/AlternatingHexagons"/>
    <dgm:cxn modelId="{129B1843-59D1-944D-B6E8-891B6F894117}" type="presParOf" srcId="{F8B5F77F-A37F-A146-8C0E-31A8CD8CBF75}" destId="{969E4E5C-B257-FB49-915E-8DA924724DB3}" srcOrd="5" destOrd="0" presId="urn:microsoft.com/office/officeart/2008/layout/AlternatingHexagons"/>
    <dgm:cxn modelId="{AF3D70F6-6DF4-4344-85E5-4C9BBEC8071B}" type="presParOf" srcId="{F8B5F77F-A37F-A146-8C0E-31A8CD8CBF75}" destId="{8F13B177-F2D7-424A-8A8D-157CF34B4ADC}" srcOrd="6" destOrd="0" presId="urn:microsoft.com/office/officeart/2008/layout/AlternatingHexagons"/>
    <dgm:cxn modelId="{81423819-B3D9-8545-96CB-57D2C3E14E6E}" type="presParOf" srcId="{8F13B177-F2D7-424A-8A8D-157CF34B4ADC}" destId="{992A7B74-87C6-BF45-BA4B-009C0ACDC4AD}" srcOrd="0" destOrd="0" presId="urn:microsoft.com/office/officeart/2008/layout/AlternatingHexagons"/>
    <dgm:cxn modelId="{15B08F35-3ECB-A141-8883-E4343EA4281B}" type="presParOf" srcId="{8F13B177-F2D7-424A-8A8D-157CF34B4ADC}" destId="{B8C8DF92-8233-AD46-8792-A4E1089AF42A}" srcOrd="1" destOrd="0" presId="urn:microsoft.com/office/officeart/2008/layout/AlternatingHexagons"/>
    <dgm:cxn modelId="{ABB86240-94CD-F94C-8294-F2C279376D96}" type="presParOf" srcId="{8F13B177-F2D7-424A-8A8D-157CF34B4ADC}" destId="{29013688-F6AD-0D49-8C72-2149E26DB6B2}" srcOrd="2" destOrd="0" presId="urn:microsoft.com/office/officeart/2008/layout/AlternatingHexagons"/>
    <dgm:cxn modelId="{9031EA36-2A8F-0E47-8AEB-BC2FAB1872CF}" type="presParOf" srcId="{8F13B177-F2D7-424A-8A8D-157CF34B4ADC}" destId="{2ABC1336-1EAF-EC47-89EE-9AC4E171B018}" srcOrd="3" destOrd="0" presId="urn:microsoft.com/office/officeart/2008/layout/AlternatingHexagons"/>
    <dgm:cxn modelId="{8E1D0375-A92A-4F46-8088-FF9D59FF35D0}" type="presParOf" srcId="{8F13B177-F2D7-424A-8A8D-157CF34B4ADC}" destId="{429C3C6F-809B-204C-8A13-712B633DD33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CA729EF-C840-46D1-AF0C-29FEB333DED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243B24-9CFC-4157-83BE-50412136F0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Precision, Recall, F1 (macro/weighted)</a:t>
          </a:r>
        </a:p>
      </dgm:t>
    </dgm:pt>
    <dgm:pt modelId="{8A28F644-5AD4-4918-980E-698BC2C20258}" type="parTrans" cxnId="{5E617892-933A-4691-B43D-C1FE2780A9F3}">
      <dgm:prSet/>
      <dgm:spPr/>
      <dgm:t>
        <a:bodyPr/>
        <a:lstStyle/>
        <a:p>
          <a:endParaRPr lang="en-US"/>
        </a:p>
      </dgm:t>
    </dgm:pt>
    <dgm:pt modelId="{B230ADFA-D53D-47DC-BBF6-4B0F5EC8907E}" type="sibTrans" cxnId="{5E617892-933A-4691-B43D-C1FE2780A9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8F3BC7-D027-47FB-9441-267BDE43E4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ROC-AUC and PR-AUC</a:t>
          </a:r>
        </a:p>
      </dgm:t>
    </dgm:pt>
    <dgm:pt modelId="{3C2F0675-1591-4FC8-9C46-9CEB80BB5C1C}" type="parTrans" cxnId="{00809A95-FA26-4BF5-84B2-D47CBAB41A17}">
      <dgm:prSet/>
      <dgm:spPr/>
      <dgm:t>
        <a:bodyPr/>
        <a:lstStyle/>
        <a:p>
          <a:endParaRPr lang="en-US"/>
        </a:p>
      </dgm:t>
    </dgm:pt>
    <dgm:pt modelId="{39C0A8E8-C8B7-401C-B84C-42C678D40AF1}" type="sibTrans" cxnId="{00809A95-FA26-4BF5-84B2-D47CBAB41A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4F78AF-E94A-457C-90FD-E96C2ED86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Confusion matrix</a:t>
          </a:r>
        </a:p>
      </dgm:t>
    </dgm:pt>
    <dgm:pt modelId="{BBD27514-6390-4A91-B182-295FBD04F74B}" type="parTrans" cxnId="{648474D7-AB04-4F37-B58F-4BC460385C80}">
      <dgm:prSet/>
      <dgm:spPr/>
      <dgm:t>
        <a:bodyPr/>
        <a:lstStyle/>
        <a:p>
          <a:endParaRPr lang="en-US"/>
        </a:p>
      </dgm:t>
    </dgm:pt>
    <dgm:pt modelId="{370E7A34-725E-434F-9221-39B2275B41C4}" type="sibTrans" cxnId="{648474D7-AB04-4F37-B58F-4BC460385C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53FD97-D246-421D-BB70-6BDB3E4A20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Threshold analysis for recall prioritization</a:t>
          </a:r>
        </a:p>
      </dgm:t>
    </dgm:pt>
    <dgm:pt modelId="{2B336353-9AC7-4D45-A13D-C968DF046E75}" type="parTrans" cxnId="{7251DC57-574E-4218-B42D-7F7FD2F7C845}">
      <dgm:prSet/>
      <dgm:spPr/>
      <dgm:t>
        <a:bodyPr/>
        <a:lstStyle/>
        <a:p>
          <a:endParaRPr lang="en-US"/>
        </a:p>
      </dgm:t>
    </dgm:pt>
    <dgm:pt modelId="{072A11EB-16AB-428C-9BF1-46779BD62F8C}" type="sibTrans" cxnId="{7251DC57-574E-4218-B42D-7F7FD2F7C845}">
      <dgm:prSet/>
      <dgm:spPr/>
      <dgm:t>
        <a:bodyPr/>
        <a:lstStyle/>
        <a:p>
          <a:endParaRPr lang="en-US"/>
        </a:p>
      </dgm:t>
    </dgm:pt>
    <dgm:pt modelId="{972CF08E-A8F5-4B34-A3FA-D2B06E434324}" type="pres">
      <dgm:prSet presAssocID="{1CA729EF-C840-46D1-AF0C-29FEB333DED8}" presName="root" presStyleCnt="0">
        <dgm:presLayoutVars>
          <dgm:dir/>
          <dgm:resizeHandles val="exact"/>
        </dgm:presLayoutVars>
      </dgm:prSet>
      <dgm:spPr/>
    </dgm:pt>
    <dgm:pt modelId="{6001417B-81F2-4BB9-BA8A-37AAA9DCC8A0}" type="pres">
      <dgm:prSet presAssocID="{1CA729EF-C840-46D1-AF0C-29FEB333DED8}" presName="container" presStyleCnt="0">
        <dgm:presLayoutVars>
          <dgm:dir/>
          <dgm:resizeHandles val="exact"/>
        </dgm:presLayoutVars>
      </dgm:prSet>
      <dgm:spPr/>
    </dgm:pt>
    <dgm:pt modelId="{B917DF89-3220-4B12-9C34-78EF526A250D}" type="pres">
      <dgm:prSet presAssocID="{69243B24-9CFC-4157-83BE-50412136F0A9}" presName="compNode" presStyleCnt="0"/>
      <dgm:spPr/>
    </dgm:pt>
    <dgm:pt modelId="{91260FF4-6495-42CF-902B-0223C65C8D3C}" type="pres">
      <dgm:prSet presAssocID="{69243B24-9CFC-4157-83BE-50412136F0A9}" presName="iconBgRect" presStyleLbl="bgShp" presStyleIdx="0" presStyleCnt="4"/>
      <dgm:spPr/>
    </dgm:pt>
    <dgm:pt modelId="{ED1C2816-2074-49DC-953F-6B74F4B4CEF1}" type="pres">
      <dgm:prSet presAssocID="{69243B24-9CFC-4157-83BE-50412136F0A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17EDE18-76E0-4000-A113-338F4FBCDD8A}" type="pres">
      <dgm:prSet presAssocID="{69243B24-9CFC-4157-83BE-50412136F0A9}" presName="spaceRect" presStyleCnt="0"/>
      <dgm:spPr/>
    </dgm:pt>
    <dgm:pt modelId="{E92C60EA-EC58-4C35-9FB6-0C1530E02A40}" type="pres">
      <dgm:prSet presAssocID="{69243B24-9CFC-4157-83BE-50412136F0A9}" presName="textRect" presStyleLbl="revTx" presStyleIdx="0" presStyleCnt="4">
        <dgm:presLayoutVars>
          <dgm:chMax val="1"/>
          <dgm:chPref val="1"/>
        </dgm:presLayoutVars>
      </dgm:prSet>
      <dgm:spPr/>
    </dgm:pt>
    <dgm:pt modelId="{75161965-9FA0-472E-91F0-1E798EAB6D3F}" type="pres">
      <dgm:prSet presAssocID="{B230ADFA-D53D-47DC-BBF6-4B0F5EC8907E}" presName="sibTrans" presStyleLbl="sibTrans2D1" presStyleIdx="0" presStyleCnt="0"/>
      <dgm:spPr/>
    </dgm:pt>
    <dgm:pt modelId="{E56EEC87-D0F2-43C4-B989-EA381C60E562}" type="pres">
      <dgm:prSet presAssocID="{688F3BC7-D027-47FB-9441-267BDE43E4BF}" presName="compNode" presStyleCnt="0"/>
      <dgm:spPr/>
    </dgm:pt>
    <dgm:pt modelId="{F07C5CE7-2B9D-45FD-BABF-32438E4CC595}" type="pres">
      <dgm:prSet presAssocID="{688F3BC7-D027-47FB-9441-267BDE43E4BF}" presName="iconBgRect" presStyleLbl="bgShp" presStyleIdx="1" presStyleCnt="4"/>
      <dgm:spPr/>
    </dgm:pt>
    <dgm:pt modelId="{F25D9708-FC31-431A-8EA8-01333419EC6F}" type="pres">
      <dgm:prSet presAssocID="{688F3BC7-D027-47FB-9441-267BDE43E4B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3D61643-BF9F-4B0F-A73A-0C7CE1C74DFE}" type="pres">
      <dgm:prSet presAssocID="{688F3BC7-D027-47FB-9441-267BDE43E4BF}" presName="spaceRect" presStyleCnt="0"/>
      <dgm:spPr/>
    </dgm:pt>
    <dgm:pt modelId="{32B7EBFF-C9E0-4177-8028-8162F19C504B}" type="pres">
      <dgm:prSet presAssocID="{688F3BC7-D027-47FB-9441-267BDE43E4BF}" presName="textRect" presStyleLbl="revTx" presStyleIdx="1" presStyleCnt="4">
        <dgm:presLayoutVars>
          <dgm:chMax val="1"/>
          <dgm:chPref val="1"/>
        </dgm:presLayoutVars>
      </dgm:prSet>
      <dgm:spPr/>
    </dgm:pt>
    <dgm:pt modelId="{CAFDABAD-4661-40BE-9632-9C0746DDA71C}" type="pres">
      <dgm:prSet presAssocID="{39C0A8E8-C8B7-401C-B84C-42C678D40AF1}" presName="sibTrans" presStyleLbl="sibTrans2D1" presStyleIdx="0" presStyleCnt="0"/>
      <dgm:spPr/>
    </dgm:pt>
    <dgm:pt modelId="{C8A33C20-ABF1-4B60-A86A-DC3FEECAE01D}" type="pres">
      <dgm:prSet presAssocID="{2C4F78AF-E94A-457C-90FD-E96C2ED863E4}" presName="compNode" presStyleCnt="0"/>
      <dgm:spPr/>
    </dgm:pt>
    <dgm:pt modelId="{B116C2CF-202D-41AA-9468-2F646105966A}" type="pres">
      <dgm:prSet presAssocID="{2C4F78AF-E94A-457C-90FD-E96C2ED863E4}" presName="iconBgRect" presStyleLbl="bgShp" presStyleIdx="2" presStyleCnt="4"/>
      <dgm:spPr/>
    </dgm:pt>
    <dgm:pt modelId="{A9E3E692-1AB4-47C8-8DA2-6CACE167A955}" type="pres">
      <dgm:prSet presAssocID="{2C4F78AF-E94A-457C-90FD-E96C2ED863E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41067F05-B449-4972-9702-A2E8C9939714}" type="pres">
      <dgm:prSet presAssocID="{2C4F78AF-E94A-457C-90FD-E96C2ED863E4}" presName="spaceRect" presStyleCnt="0"/>
      <dgm:spPr/>
    </dgm:pt>
    <dgm:pt modelId="{4A7C8D4B-D1A6-46A9-A19D-719DE00CAD5D}" type="pres">
      <dgm:prSet presAssocID="{2C4F78AF-E94A-457C-90FD-E96C2ED863E4}" presName="textRect" presStyleLbl="revTx" presStyleIdx="2" presStyleCnt="4">
        <dgm:presLayoutVars>
          <dgm:chMax val="1"/>
          <dgm:chPref val="1"/>
        </dgm:presLayoutVars>
      </dgm:prSet>
      <dgm:spPr/>
    </dgm:pt>
    <dgm:pt modelId="{B45E3A6C-DCFB-49DD-B553-FAFEF7D0A5B0}" type="pres">
      <dgm:prSet presAssocID="{370E7A34-725E-434F-9221-39B2275B41C4}" presName="sibTrans" presStyleLbl="sibTrans2D1" presStyleIdx="0" presStyleCnt="0"/>
      <dgm:spPr/>
    </dgm:pt>
    <dgm:pt modelId="{9BAD4D0D-6C74-4A54-8182-07411AFDF0A3}" type="pres">
      <dgm:prSet presAssocID="{E053FD97-D246-421D-BB70-6BDB3E4A206F}" presName="compNode" presStyleCnt="0"/>
      <dgm:spPr/>
    </dgm:pt>
    <dgm:pt modelId="{BD812FAE-7176-405E-A08C-AFFAA37CCFC9}" type="pres">
      <dgm:prSet presAssocID="{E053FD97-D246-421D-BB70-6BDB3E4A206F}" presName="iconBgRect" presStyleLbl="bgShp" presStyleIdx="3" presStyleCnt="4"/>
      <dgm:spPr/>
    </dgm:pt>
    <dgm:pt modelId="{ED1B4047-3139-4C08-BE0F-F7E1BC07BA59}" type="pres">
      <dgm:prSet presAssocID="{E053FD97-D246-421D-BB70-6BDB3E4A206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A33ED5-3141-4F7E-B86C-22AF149B9932}" type="pres">
      <dgm:prSet presAssocID="{E053FD97-D246-421D-BB70-6BDB3E4A206F}" presName="spaceRect" presStyleCnt="0"/>
      <dgm:spPr/>
    </dgm:pt>
    <dgm:pt modelId="{E747DCA3-BF5D-4546-8434-D166CDC14DEA}" type="pres">
      <dgm:prSet presAssocID="{E053FD97-D246-421D-BB70-6BDB3E4A20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354D02-66A2-468D-B756-FB77896AB1D0}" type="presOf" srcId="{69243B24-9CFC-4157-83BE-50412136F0A9}" destId="{E92C60EA-EC58-4C35-9FB6-0C1530E02A40}" srcOrd="0" destOrd="0" presId="urn:microsoft.com/office/officeart/2018/2/layout/IconCircleList"/>
    <dgm:cxn modelId="{7C95E203-B0A8-45B8-976D-CF3F12B6DF0F}" type="presOf" srcId="{B230ADFA-D53D-47DC-BBF6-4B0F5EC8907E}" destId="{75161965-9FA0-472E-91F0-1E798EAB6D3F}" srcOrd="0" destOrd="0" presId="urn:microsoft.com/office/officeart/2018/2/layout/IconCircleList"/>
    <dgm:cxn modelId="{F3E48B21-2F81-4F4B-91FC-0AFF1DF3A08A}" type="presOf" srcId="{2C4F78AF-E94A-457C-90FD-E96C2ED863E4}" destId="{4A7C8D4B-D1A6-46A9-A19D-719DE00CAD5D}" srcOrd="0" destOrd="0" presId="urn:microsoft.com/office/officeart/2018/2/layout/IconCircleList"/>
    <dgm:cxn modelId="{E0C2C73D-05A1-4AF5-B540-AFB502D2EF09}" type="presOf" srcId="{370E7A34-725E-434F-9221-39B2275B41C4}" destId="{B45E3A6C-DCFB-49DD-B553-FAFEF7D0A5B0}" srcOrd="0" destOrd="0" presId="urn:microsoft.com/office/officeart/2018/2/layout/IconCircleList"/>
    <dgm:cxn modelId="{67A7504D-9D79-4235-8105-17DC1D16AB9C}" type="presOf" srcId="{39C0A8E8-C8B7-401C-B84C-42C678D40AF1}" destId="{CAFDABAD-4661-40BE-9632-9C0746DDA71C}" srcOrd="0" destOrd="0" presId="urn:microsoft.com/office/officeart/2018/2/layout/IconCircleList"/>
    <dgm:cxn modelId="{7251DC57-574E-4218-B42D-7F7FD2F7C845}" srcId="{1CA729EF-C840-46D1-AF0C-29FEB333DED8}" destId="{E053FD97-D246-421D-BB70-6BDB3E4A206F}" srcOrd="3" destOrd="0" parTransId="{2B336353-9AC7-4D45-A13D-C968DF046E75}" sibTransId="{072A11EB-16AB-428C-9BF1-46779BD62F8C}"/>
    <dgm:cxn modelId="{5E617892-933A-4691-B43D-C1FE2780A9F3}" srcId="{1CA729EF-C840-46D1-AF0C-29FEB333DED8}" destId="{69243B24-9CFC-4157-83BE-50412136F0A9}" srcOrd="0" destOrd="0" parTransId="{8A28F644-5AD4-4918-980E-698BC2C20258}" sibTransId="{B230ADFA-D53D-47DC-BBF6-4B0F5EC8907E}"/>
    <dgm:cxn modelId="{CFCC6295-21A9-4EA3-8B73-D07CB8542EE5}" type="presOf" srcId="{E053FD97-D246-421D-BB70-6BDB3E4A206F}" destId="{E747DCA3-BF5D-4546-8434-D166CDC14DEA}" srcOrd="0" destOrd="0" presId="urn:microsoft.com/office/officeart/2018/2/layout/IconCircleList"/>
    <dgm:cxn modelId="{00809A95-FA26-4BF5-84B2-D47CBAB41A17}" srcId="{1CA729EF-C840-46D1-AF0C-29FEB333DED8}" destId="{688F3BC7-D027-47FB-9441-267BDE43E4BF}" srcOrd="1" destOrd="0" parTransId="{3C2F0675-1591-4FC8-9C46-9CEB80BB5C1C}" sibTransId="{39C0A8E8-C8B7-401C-B84C-42C678D40AF1}"/>
    <dgm:cxn modelId="{F1A808C0-9BB3-4D57-B855-4E769299E800}" type="presOf" srcId="{688F3BC7-D027-47FB-9441-267BDE43E4BF}" destId="{32B7EBFF-C9E0-4177-8028-8162F19C504B}" srcOrd="0" destOrd="0" presId="urn:microsoft.com/office/officeart/2018/2/layout/IconCircleList"/>
    <dgm:cxn modelId="{5A4A10CE-97EA-45E8-865C-F1994854CF50}" type="presOf" srcId="{1CA729EF-C840-46D1-AF0C-29FEB333DED8}" destId="{972CF08E-A8F5-4B34-A3FA-D2B06E434324}" srcOrd="0" destOrd="0" presId="urn:microsoft.com/office/officeart/2018/2/layout/IconCircleList"/>
    <dgm:cxn modelId="{648474D7-AB04-4F37-B58F-4BC460385C80}" srcId="{1CA729EF-C840-46D1-AF0C-29FEB333DED8}" destId="{2C4F78AF-E94A-457C-90FD-E96C2ED863E4}" srcOrd="2" destOrd="0" parTransId="{BBD27514-6390-4A91-B182-295FBD04F74B}" sibTransId="{370E7A34-725E-434F-9221-39B2275B41C4}"/>
    <dgm:cxn modelId="{2D3E1161-D2AA-4C1F-B69A-E999CFABB9DF}" type="presParOf" srcId="{972CF08E-A8F5-4B34-A3FA-D2B06E434324}" destId="{6001417B-81F2-4BB9-BA8A-37AAA9DCC8A0}" srcOrd="0" destOrd="0" presId="urn:microsoft.com/office/officeart/2018/2/layout/IconCircleList"/>
    <dgm:cxn modelId="{B7FE3B77-1ED2-4C3B-A879-4C2E35DD4F14}" type="presParOf" srcId="{6001417B-81F2-4BB9-BA8A-37AAA9DCC8A0}" destId="{B917DF89-3220-4B12-9C34-78EF526A250D}" srcOrd="0" destOrd="0" presId="urn:microsoft.com/office/officeart/2018/2/layout/IconCircleList"/>
    <dgm:cxn modelId="{82761A4F-5D69-4BED-A33A-7D0FE8CCDDDD}" type="presParOf" srcId="{B917DF89-3220-4B12-9C34-78EF526A250D}" destId="{91260FF4-6495-42CF-902B-0223C65C8D3C}" srcOrd="0" destOrd="0" presId="urn:microsoft.com/office/officeart/2018/2/layout/IconCircleList"/>
    <dgm:cxn modelId="{CB207359-9CB1-4717-8AA9-0BCE8D253312}" type="presParOf" srcId="{B917DF89-3220-4B12-9C34-78EF526A250D}" destId="{ED1C2816-2074-49DC-953F-6B74F4B4CEF1}" srcOrd="1" destOrd="0" presId="urn:microsoft.com/office/officeart/2018/2/layout/IconCircleList"/>
    <dgm:cxn modelId="{52434627-B360-44AB-A0B6-B82C434D894B}" type="presParOf" srcId="{B917DF89-3220-4B12-9C34-78EF526A250D}" destId="{717EDE18-76E0-4000-A113-338F4FBCDD8A}" srcOrd="2" destOrd="0" presId="urn:microsoft.com/office/officeart/2018/2/layout/IconCircleList"/>
    <dgm:cxn modelId="{38BBE76E-682F-476C-9FB0-56C69AAD0745}" type="presParOf" srcId="{B917DF89-3220-4B12-9C34-78EF526A250D}" destId="{E92C60EA-EC58-4C35-9FB6-0C1530E02A40}" srcOrd="3" destOrd="0" presId="urn:microsoft.com/office/officeart/2018/2/layout/IconCircleList"/>
    <dgm:cxn modelId="{6615AB64-ABBA-448D-89F5-1CE65C0DBAC5}" type="presParOf" srcId="{6001417B-81F2-4BB9-BA8A-37AAA9DCC8A0}" destId="{75161965-9FA0-472E-91F0-1E798EAB6D3F}" srcOrd="1" destOrd="0" presId="urn:microsoft.com/office/officeart/2018/2/layout/IconCircleList"/>
    <dgm:cxn modelId="{EE1A1235-3734-4778-943C-8C9AB464F495}" type="presParOf" srcId="{6001417B-81F2-4BB9-BA8A-37AAA9DCC8A0}" destId="{E56EEC87-D0F2-43C4-B989-EA381C60E562}" srcOrd="2" destOrd="0" presId="urn:microsoft.com/office/officeart/2018/2/layout/IconCircleList"/>
    <dgm:cxn modelId="{AF271E76-551F-41A4-8BFB-08745F93DFF4}" type="presParOf" srcId="{E56EEC87-D0F2-43C4-B989-EA381C60E562}" destId="{F07C5CE7-2B9D-45FD-BABF-32438E4CC595}" srcOrd="0" destOrd="0" presId="urn:microsoft.com/office/officeart/2018/2/layout/IconCircleList"/>
    <dgm:cxn modelId="{550A4B40-5011-4F3E-B54B-EE8C63E53026}" type="presParOf" srcId="{E56EEC87-D0F2-43C4-B989-EA381C60E562}" destId="{F25D9708-FC31-431A-8EA8-01333419EC6F}" srcOrd="1" destOrd="0" presId="urn:microsoft.com/office/officeart/2018/2/layout/IconCircleList"/>
    <dgm:cxn modelId="{6C7AF1BD-15E2-41A4-B869-D7CFD7B6B94E}" type="presParOf" srcId="{E56EEC87-D0F2-43C4-B989-EA381C60E562}" destId="{53D61643-BF9F-4B0F-A73A-0C7CE1C74DFE}" srcOrd="2" destOrd="0" presId="urn:microsoft.com/office/officeart/2018/2/layout/IconCircleList"/>
    <dgm:cxn modelId="{15B5E6E5-008D-4343-A465-5D9F84618454}" type="presParOf" srcId="{E56EEC87-D0F2-43C4-B989-EA381C60E562}" destId="{32B7EBFF-C9E0-4177-8028-8162F19C504B}" srcOrd="3" destOrd="0" presId="urn:microsoft.com/office/officeart/2018/2/layout/IconCircleList"/>
    <dgm:cxn modelId="{F1F7DEC8-46AB-4488-8216-C7B8FCDAC3F7}" type="presParOf" srcId="{6001417B-81F2-4BB9-BA8A-37AAA9DCC8A0}" destId="{CAFDABAD-4661-40BE-9632-9C0746DDA71C}" srcOrd="3" destOrd="0" presId="urn:microsoft.com/office/officeart/2018/2/layout/IconCircleList"/>
    <dgm:cxn modelId="{AC92E26B-615B-45A3-B1F8-3240A507F98A}" type="presParOf" srcId="{6001417B-81F2-4BB9-BA8A-37AAA9DCC8A0}" destId="{C8A33C20-ABF1-4B60-A86A-DC3FEECAE01D}" srcOrd="4" destOrd="0" presId="urn:microsoft.com/office/officeart/2018/2/layout/IconCircleList"/>
    <dgm:cxn modelId="{9DDAC3F5-EA54-4B24-8B75-756B913B1822}" type="presParOf" srcId="{C8A33C20-ABF1-4B60-A86A-DC3FEECAE01D}" destId="{B116C2CF-202D-41AA-9468-2F646105966A}" srcOrd="0" destOrd="0" presId="urn:microsoft.com/office/officeart/2018/2/layout/IconCircleList"/>
    <dgm:cxn modelId="{0237F07E-39D7-46BF-A067-C659A0888099}" type="presParOf" srcId="{C8A33C20-ABF1-4B60-A86A-DC3FEECAE01D}" destId="{A9E3E692-1AB4-47C8-8DA2-6CACE167A955}" srcOrd="1" destOrd="0" presId="urn:microsoft.com/office/officeart/2018/2/layout/IconCircleList"/>
    <dgm:cxn modelId="{F98CAF11-39AD-4CB1-953E-395C2EE92DD4}" type="presParOf" srcId="{C8A33C20-ABF1-4B60-A86A-DC3FEECAE01D}" destId="{41067F05-B449-4972-9702-A2E8C9939714}" srcOrd="2" destOrd="0" presId="urn:microsoft.com/office/officeart/2018/2/layout/IconCircleList"/>
    <dgm:cxn modelId="{7C23FD18-7368-4A2A-B7EE-FA321686C4C1}" type="presParOf" srcId="{C8A33C20-ABF1-4B60-A86A-DC3FEECAE01D}" destId="{4A7C8D4B-D1A6-46A9-A19D-719DE00CAD5D}" srcOrd="3" destOrd="0" presId="urn:microsoft.com/office/officeart/2018/2/layout/IconCircleList"/>
    <dgm:cxn modelId="{50922C3B-2C36-46E0-BB5B-F8066EFEB1DD}" type="presParOf" srcId="{6001417B-81F2-4BB9-BA8A-37AAA9DCC8A0}" destId="{B45E3A6C-DCFB-49DD-B553-FAFEF7D0A5B0}" srcOrd="5" destOrd="0" presId="urn:microsoft.com/office/officeart/2018/2/layout/IconCircleList"/>
    <dgm:cxn modelId="{94C70FE0-421B-490F-80DE-6572A52F4465}" type="presParOf" srcId="{6001417B-81F2-4BB9-BA8A-37AAA9DCC8A0}" destId="{9BAD4D0D-6C74-4A54-8182-07411AFDF0A3}" srcOrd="6" destOrd="0" presId="urn:microsoft.com/office/officeart/2018/2/layout/IconCircleList"/>
    <dgm:cxn modelId="{F26B47B9-8E0C-4478-833F-9CD6BCACF7CE}" type="presParOf" srcId="{9BAD4D0D-6C74-4A54-8182-07411AFDF0A3}" destId="{BD812FAE-7176-405E-A08C-AFFAA37CCFC9}" srcOrd="0" destOrd="0" presId="urn:microsoft.com/office/officeart/2018/2/layout/IconCircleList"/>
    <dgm:cxn modelId="{C40A1B68-3E0C-423B-BBDD-ABD79DE38C5E}" type="presParOf" srcId="{9BAD4D0D-6C74-4A54-8182-07411AFDF0A3}" destId="{ED1B4047-3139-4C08-BE0F-F7E1BC07BA59}" srcOrd="1" destOrd="0" presId="urn:microsoft.com/office/officeart/2018/2/layout/IconCircleList"/>
    <dgm:cxn modelId="{86748F33-4887-43FC-802E-9087D45672FF}" type="presParOf" srcId="{9BAD4D0D-6C74-4A54-8182-07411AFDF0A3}" destId="{9AA33ED5-3141-4F7E-B86C-22AF149B9932}" srcOrd="2" destOrd="0" presId="urn:microsoft.com/office/officeart/2018/2/layout/IconCircleList"/>
    <dgm:cxn modelId="{D82F34BD-11E1-4505-8820-0C53DFFDE7DD}" type="presParOf" srcId="{9BAD4D0D-6C74-4A54-8182-07411AFDF0A3}" destId="{E747DCA3-BF5D-4546-8434-D166CDC14DE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6E14957-034B-4728-94A2-1BF3F070D8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52AC5CA-F22F-49C1-A67A-5D48B88D68F0}">
      <dgm:prSet/>
      <dgm:spPr/>
      <dgm:t>
        <a:bodyPr/>
        <a:lstStyle/>
        <a:p>
          <a:pPr>
            <a:defRPr cap="all"/>
          </a:pPr>
          <a:r>
            <a:rPr lang="en-US"/>
            <a:t>Precision: 0.73</a:t>
          </a:r>
        </a:p>
      </dgm:t>
    </dgm:pt>
    <dgm:pt modelId="{F0CC8F00-E011-4D4D-A164-51FDB8CB2EA5}" type="parTrans" cxnId="{5D55B4D8-F10F-4BD3-88F0-31FA2FDCEA1F}">
      <dgm:prSet/>
      <dgm:spPr/>
      <dgm:t>
        <a:bodyPr/>
        <a:lstStyle/>
        <a:p>
          <a:endParaRPr lang="en-US"/>
        </a:p>
      </dgm:t>
    </dgm:pt>
    <dgm:pt modelId="{0F5EE4B4-B90F-498E-828C-E2D545B65B3A}" type="sibTrans" cxnId="{5D55B4D8-F10F-4BD3-88F0-31FA2FDCEA1F}">
      <dgm:prSet/>
      <dgm:spPr/>
      <dgm:t>
        <a:bodyPr/>
        <a:lstStyle/>
        <a:p>
          <a:endParaRPr lang="en-US"/>
        </a:p>
      </dgm:t>
    </dgm:pt>
    <dgm:pt modelId="{A394AF60-38FF-4951-BE08-3276599BCE6B}">
      <dgm:prSet/>
      <dgm:spPr/>
      <dgm:t>
        <a:bodyPr/>
        <a:lstStyle/>
        <a:p>
          <a:pPr>
            <a:defRPr cap="all"/>
          </a:pPr>
          <a:r>
            <a:rPr lang="en-US"/>
            <a:t>Recall: 0.88</a:t>
          </a:r>
        </a:p>
      </dgm:t>
    </dgm:pt>
    <dgm:pt modelId="{32185D11-A49B-4759-AAD2-9104863C9EEF}" type="parTrans" cxnId="{8270DB1D-2C99-43A8-83F0-CE8114E03CD1}">
      <dgm:prSet/>
      <dgm:spPr/>
      <dgm:t>
        <a:bodyPr/>
        <a:lstStyle/>
        <a:p>
          <a:endParaRPr lang="en-US"/>
        </a:p>
      </dgm:t>
    </dgm:pt>
    <dgm:pt modelId="{23D10534-4508-4739-862C-3BBB3210BE2C}" type="sibTrans" cxnId="{8270DB1D-2C99-43A8-83F0-CE8114E03CD1}">
      <dgm:prSet/>
      <dgm:spPr/>
      <dgm:t>
        <a:bodyPr/>
        <a:lstStyle/>
        <a:p>
          <a:endParaRPr lang="en-US"/>
        </a:p>
      </dgm:t>
    </dgm:pt>
    <dgm:pt modelId="{969DE337-71A6-48D5-8468-B4727D798EDB}">
      <dgm:prSet/>
      <dgm:spPr/>
      <dgm:t>
        <a:bodyPr/>
        <a:lstStyle/>
        <a:p>
          <a:pPr>
            <a:defRPr cap="all"/>
          </a:pPr>
          <a:r>
            <a:rPr lang="en-US"/>
            <a:t>F1 (macro): 0.83</a:t>
          </a:r>
        </a:p>
      </dgm:t>
    </dgm:pt>
    <dgm:pt modelId="{E7911693-CBF6-4168-9238-5CFD4CAE6EDE}" type="parTrans" cxnId="{47463F95-F87C-4B13-AF05-55786946F082}">
      <dgm:prSet/>
      <dgm:spPr/>
      <dgm:t>
        <a:bodyPr/>
        <a:lstStyle/>
        <a:p>
          <a:endParaRPr lang="en-US"/>
        </a:p>
      </dgm:t>
    </dgm:pt>
    <dgm:pt modelId="{B8C01B57-50FA-4E3F-BD5B-6CE482B57E00}" type="sibTrans" cxnId="{47463F95-F87C-4B13-AF05-55786946F082}">
      <dgm:prSet/>
      <dgm:spPr/>
      <dgm:t>
        <a:bodyPr/>
        <a:lstStyle/>
        <a:p>
          <a:endParaRPr lang="en-US"/>
        </a:p>
      </dgm:t>
    </dgm:pt>
    <dgm:pt modelId="{13DDFF32-8DB5-4789-9609-E94B9CEFFB01}">
      <dgm:prSet/>
      <dgm:spPr/>
      <dgm:t>
        <a:bodyPr/>
        <a:lstStyle/>
        <a:p>
          <a:pPr>
            <a:defRPr cap="all"/>
          </a:pPr>
          <a:r>
            <a:rPr lang="en-US"/>
            <a:t>High recall reduces missed severe accidents</a:t>
          </a:r>
        </a:p>
      </dgm:t>
    </dgm:pt>
    <dgm:pt modelId="{BDB4D61E-00B3-40D8-B9E3-B3C105C8D49C}" type="parTrans" cxnId="{4F8630B0-6552-412D-8B66-4872C3C5E7E0}">
      <dgm:prSet/>
      <dgm:spPr/>
      <dgm:t>
        <a:bodyPr/>
        <a:lstStyle/>
        <a:p>
          <a:endParaRPr lang="en-US"/>
        </a:p>
      </dgm:t>
    </dgm:pt>
    <dgm:pt modelId="{5579E850-7270-432B-B7DB-F8F585D076E5}" type="sibTrans" cxnId="{4F8630B0-6552-412D-8B66-4872C3C5E7E0}">
      <dgm:prSet/>
      <dgm:spPr/>
      <dgm:t>
        <a:bodyPr/>
        <a:lstStyle/>
        <a:p>
          <a:endParaRPr lang="en-US"/>
        </a:p>
      </dgm:t>
    </dgm:pt>
    <dgm:pt modelId="{911C44D5-7526-42E8-928F-14D0AF7BAF97}" type="pres">
      <dgm:prSet presAssocID="{26E14957-034B-4728-94A2-1BF3F070D866}" presName="root" presStyleCnt="0">
        <dgm:presLayoutVars>
          <dgm:dir/>
          <dgm:resizeHandles val="exact"/>
        </dgm:presLayoutVars>
      </dgm:prSet>
      <dgm:spPr/>
    </dgm:pt>
    <dgm:pt modelId="{91B1AD9D-4FEA-4B5B-AB7A-A1132750B592}" type="pres">
      <dgm:prSet presAssocID="{F52AC5CA-F22F-49C1-A67A-5D48B88D68F0}" presName="compNode" presStyleCnt="0"/>
      <dgm:spPr/>
    </dgm:pt>
    <dgm:pt modelId="{28D823B3-4B76-4733-8490-9D23D8B4A6BF}" type="pres">
      <dgm:prSet presAssocID="{F52AC5CA-F22F-49C1-A67A-5D48B88D68F0}" presName="iconBgRect" presStyleLbl="bgShp" presStyleIdx="0" presStyleCnt="4"/>
      <dgm:spPr/>
    </dgm:pt>
    <dgm:pt modelId="{2CEE2268-1EAA-42CC-B985-900F9262B480}" type="pres">
      <dgm:prSet presAssocID="{F52AC5CA-F22F-49C1-A67A-5D48B88D68F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F5AB5E20-136E-4B92-B273-8C32EBA1AECC}" type="pres">
      <dgm:prSet presAssocID="{F52AC5CA-F22F-49C1-A67A-5D48B88D68F0}" presName="spaceRect" presStyleCnt="0"/>
      <dgm:spPr/>
    </dgm:pt>
    <dgm:pt modelId="{6F89BFDE-319D-4D8C-989F-260DF399094D}" type="pres">
      <dgm:prSet presAssocID="{F52AC5CA-F22F-49C1-A67A-5D48B88D68F0}" presName="textRect" presStyleLbl="revTx" presStyleIdx="0" presStyleCnt="4">
        <dgm:presLayoutVars>
          <dgm:chMax val="1"/>
          <dgm:chPref val="1"/>
        </dgm:presLayoutVars>
      </dgm:prSet>
      <dgm:spPr/>
    </dgm:pt>
    <dgm:pt modelId="{91854E37-7957-4DBC-BAB9-CC48F5643358}" type="pres">
      <dgm:prSet presAssocID="{0F5EE4B4-B90F-498E-828C-E2D545B65B3A}" presName="sibTrans" presStyleCnt="0"/>
      <dgm:spPr/>
    </dgm:pt>
    <dgm:pt modelId="{4FD1119A-B132-4B90-992A-199BA7EA0B6D}" type="pres">
      <dgm:prSet presAssocID="{A394AF60-38FF-4951-BE08-3276599BCE6B}" presName="compNode" presStyleCnt="0"/>
      <dgm:spPr/>
    </dgm:pt>
    <dgm:pt modelId="{422C118D-3520-4DFE-9638-25646F276A16}" type="pres">
      <dgm:prSet presAssocID="{A394AF60-38FF-4951-BE08-3276599BCE6B}" presName="iconBgRect" presStyleLbl="bgShp" presStyleIdx="1" presStyleCnt="4"/>
      <dgm:spPr/>
    </dgm:pt>
    <dgm:pt modelId="{989A02CD-E1AE-45DE-B696-4229334285EA}" type="pres">
      <dgm:prSet presAssocID="{A394AF60-38FF-4951-BE08-3276599BCE6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A7FD4BDD-40A4-4A47-9995-F8A0214F4B77}" type="pres">
      <dgm:prSet presAssocID="{A394AF60-38FF-4951-BE08-3276599BCE6B}" presName="spaceRect" presStyleCnt="0"/>
      <dgm:spPr/>
    </dgm:pt>
    <dgm:pt modelId="{C92BBA56-F2F3-45A7-AD71-8BD83D4E1B5E}" type="pres">
      <dgm:prSet presAssocID="{A394AF60-38FF-4951-BE08-3276599BCE6B}" presName="textRect" presStyleLbl="revTx" presStyleIdx="1" presStyleCnt="4">
        <dgm:presLayoutVars>
          <dgm:chMax val="1"/>
          <dgm:chPref val="1"/>
        </dgm:presLayoutVars>
      </dgm:prSet>
      <dgm:spPr/>
    </dgm:pt>
    <dgm:pt modelId="{E85ACFD5-1CB2-4184-A301-98710B783E78}" type="pres">
      <dgm:prSet presAssocID="{23D10534-4508-4739-862C-3BBB3210BE2C}" presName="sibTrans" presStyleCnt="0"/>
      <dgm:spPr/>
    </dgm:pt>
    <dgm:pt modelId="{45557401-FE59-4576-A35C-1A606B4E9425}" type="pres">
      <dgm:prSet presAssocID="{969DE337-71A6-48D5-8468-B4727D798EDB}" presName="compNode" presStyleCnt="0"/>
      <dgm:spPr/>
    </dgm:pt>
    <dgm:pt modelId="{B80DFFFA-737C-4D97-A838-738BCB4CB976}" type="pres">
      <dgm:prSet presAssocID="{969DE337-71A6-48D5-8468-B4727D798EDB}" presName="iconBgRect" presStyleLbl="bgShp" presStyleIdx="2" presStyleCnt="4"/>
      <dgm:spPr/>
    </dgm:pt>
    <dgm:pt modelId="{8AF9EFBF-0A8A-4C16-99F6-7AE513301036}" type="pres">
      <dgm:prSet presAssocID="{969DE337-71A6-48D5-8468-B4727D798ED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D49E2D0-934D-47AB-8BC6-7855906A6012}" type="pres">
      <dgm:prSet presAssocID="{969DE337-71A6-48D5-8468-B4727D798EDB}" presName="spaceRect" presStyleCnt="0"/>
      <dgm:spPr/>
    </dgm:pt>
    <dgm:pt modelId="{7F852558-789C-45CA-A190-4800C07A0D5C}" type="pres">
      <dgm:prSet presAssocID="{969DE337-71A6-48D5-8468-B4727D798EDB}" presName="textRect" presStyleLbl="revTx" presStyleIdx="2" presStyleCnt="4">
        <dgm:presLayoutVars>
          <dgm:chMax val="1"/>
          <dgm:chPref val="1"/>
        </dgm:presLayoutVars>
      </dgm:prSet>
      <dgm:spPr/>
    </dgm:pt>
    <dgm:pt modelId="{70B2CC1C-2FF6-43D6-8DA1-1F8B7C796B76}" type="pres">
      <dgm:prSet presAssocID="{B8C01B57-50FA-4E3F-BD5B-6CE482B57E00}" presName="sibTrans" presStyleCnt="0"/>
      <dgm:spPr/>
    </dgm:pt>
    <dgm:pt modelId="{1164E254-207E-44CC-B8E9-289E30F02190}" type="pres">
      <dgm:prSet presAssocID="{13DDFF32-8DB5-4789-9609-E94B9CEFFB01}" presName="compNode" presStyleCnt="0"/>
      <dgm:spPr/>
    </dgm:pt>
    <dgm:pt modelId="{000A12BA-8D69-4D02-B46E-840F0C488558}" type="pres">
      <dgm:prSet presAssocID="{13DDFF32-8DB5-4789-9609-E94B9CEFFB01}" presName="iconBgRect" presStyleLbl="bgShp" presStyleIdx="3" presStyleCnt="4"/>
      <dgm:spPr/>
    </dgm:pt>
    <dgm:pt modelId="{7FAEAA6F-B4B5-4E9D-B09B-D3E624B957F7}" type="pres">
      <dgm:prSet presAssocID="{13DDFF32-8DB5-4789-9609-E94B9CEFFB0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D4095C-74EE-4602-9053-491D89399F66}" type="pres">
      <dgm:prSet presAssocID="{13DDFF32-8DB5-4789-9609-E94B9CEFFB01}" presName="spaceRect" presStyleCnt="0"/>
      <dgm:spPr/>
    </dgm:pt>
    <dgm:pt modelId="{65DB8E47-D357-4319-B1D4-F88BC4D62F8F}" type="pres">
      <dgm:prSet presAssocID="{13DDFF32-8DB5-4789-9609-E94B9CEFFB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CC960E-38C8-4483-A017-A7BF51DEDD8A}" type="presOf" srcId="{13DDFF32-8DB5-4789-9609-E94B9CEFFB01}" destId="{65DB8E47-D357-4319-B1D4-F88BC4D62F8F}" srcOrd="0" destOrd="0" presId="urn:microsoft.com/office/officeart/2018/5/layout/IconCircleLabelList"/>
    <dgm:cxn modelId="{8270DB1D-2C99-43A8-83F0-CE8114E03CD1}" srcId="{26E14957-034B-4728-94A2-1BF3F070D866}" destId="{A394AF60-38FF-4951-BE08-3276599BCE6B}" srcOrd="1" destOrd="0" parTransId="{32185D11-A49B-4759-AAD2-9104863C9EEF}" sibTransId="{23D10534-4508-4739-862C-3BBB3210BE2C}"/>
    <dgm:cxn modelId="{7570E528-5513-47D6-9B6D-4C7F643BB1A7}" type="presOf" srcId="{F52AC5CA-F22F-49C1-A67A-5D48B88D68F0}" destId="{6F89BFDE-319D-4D8C-989F-260DF399094D}" srcOrd="0" destOrd="0" presId="urn:microsoft.com/office/officeart/2018/5/layout/IconCircleLabelList"/>
    <dgm:cxn modelId="{A9BB1329-CCD3-4D7D-A3E1-C30B9F1B3D65}" type="presOf" srcId="{26E14957-034B-4728-94A2-1BF3F070D866}" destId="{911C44D5-7526-42E8-928F-14D0AF7BAF97}" srcOrd="0" destOrd="0" presId="urn:microsoft.com/office/officeart/2018/5/layout/IconCircleLabelList"/>
    <dgm:cxn modelId="{47463F95-F87C-4B13-AF05-55786946F082}" srcId="{26E14957-034B-4728-94A2-1BF3F070D866}" destId="{969DE337-71A6-48D5-8468-B4727D798EDB}" srcOrd="2" destOrd="0" parTransId="{E7911693-CBF6-4168-9238-5CFD4CAE6EDE}" sibTransId="{B8C01B57-50FA-4E3F-BD5B-6CE482B57E00}"/>
    <dgm:cxn modelId="{FECA2F99-37E5-460E-A3BA-3604805A77E0}" type="presOf" srcId="{A394AF60-38FF-4951-BE08-3276599BCE6B}" destId="{C92BBA56-F2F3-45A7-AD71-8BD83D4E1B5E}" srcOrd="0" destOrd="0" presId="urn:microsoft.com/office/officeart/2018/5/layout/IconCircleLabelList"/>
    <dgm:cxn modelId="{4F8630B0-6552-412D-8B66-4872C3C5E7E0}" srcId="{26E14957-034B-4728-94A2-1BF3F070D866}" destId="{13DDFF32-8DB5-4789-9609-E94B9CEFFB01}" srcOrd="3" destOrd="0" parTransId="{BDB4D61E-00B3-40D8-B9E3-B3C105C8D49C}" sibTransId="{5579E850-7270-432B-B7DB-F8F585D076E5}"/>
    <dgm:cxn modelId="{5D55B4D8-F10F-4BD3-88F0-31FA2FDCEA1F}" srcId="{26E14957-034B-4728-94A2-1BF3F070D866}" destId="{F52AC5CA-F22F-49C1-A67A-5D48B88D68F0}" srcOrd="0" destOrd="0" parTransId="{F0CC8F00-E011-4D4D-A164-51FDB8CB2EA5}" sibTransId="{0F5EE4B4-B90F-498E-828C-E2D545B65B3A}"/>
    <dgm:cxn modelId="{6C8D32E0-2C2C-4482-A198-9209D8382B9D}" type="presOf" srcId="{969DE337-71A6-48D5-8468-B4727D798EDB}" destId="{7F852558-789C-45CA-A190-4800C07A0D5C}" srcOrd="0" destOrd="0" presId="urn:microsoft.com/office/officeart/2018/5/layout/IconCircleLabelList"/>
    <dgm:cxn modelId="{D65BA748-8EFC-4A0B-B070-47D7BAC3917E}" type="presParOf" srcId="{911C44D5-7526-42E8-928F-14D0AF7BAF97}" destId="{91B1AD9D-4FEA-4B5B-AB7A-A1132750B592}" srcOrd="0" destOrd="0" presId="urn:microsoft.com/office/officeart/2018/5/layout/IconCircleLabelList"/>
    <dgm:cxn modelId="{98302563-5534-4134-AED8-E4E35E6E4B14}" type="presParOf" srcId="{91B1AD9D-4FEA-4B5B-AB7A-A1132750B592}" destId="{28D823B3-4B76-4733-8490-9D23D8B4A6BF}" srcOrd="0" destOrd="0" presId="urn:microsoft.com/office/officeart/2018/5/layout/IconCircleLabelList"/>
    <dgm:cxn modelId="{6D5C60C6-DD70-49ED-B414-E31C9FC91338}" type="presParOf" srcId="{91B1AD9D-4FEA-4B5B-AB7A-A1132750B592}" destId="{2CEE2268-1EAA-42CC-B985-900F9262B480}" srcOrd="1" destOrd="0" presId="urn:microsoft.com/office/officeart/2018/5/layout/IconCircleLabelList"/>
    <dgm:cxn modelId="{D998A9D9-0EAF-4870-BCBE-B8E86496D608}" type="presParOf" srcId="{91B1AD9D-4FEA-4B5B-AB7A-A1132750B592}" destId="{F5AB5E20-136E-4B92-B273-8C32EBA1AECC}" srcOrd="2" destOrd="0" presId="urn:microsoft.com/office/officeart/2018/5/layout/IconCircleLabelList"/>
    <dgm:cxn modelId="{FCA8C689-A936-4D47-8F0E-67E3B083F1F1}" type="presParOf" srcId="{91B1AD9D-4FEA-4B5B-AB7A-A1132750B592}" destId="{6F89BFDE-319D-4D8C-989F-260DF399094D}" srcOrd="3" destOrd="0" presId="urn:microsoft.com/office/officeart/2018/5/layout/IconCircleLabelList"/>
    <dgm:cxn modelId="{B32E1C72-1E92-4F9A-BB65-21AF0A2A85BD}" type="presParOf" srcId="{911C44D5-7526-42E8-928F-14D0AF7BAF97}" destId="{91854E37-7957-4DBC-BAB9-CC48F5643358}" srcOrd="1" destOrd="0" presId="urn:microsoft.com/office/officeart/2018/5/layout/IconCircleLabelList"/>
    <dgm:cxn modelId="{6B811E72-8B21-438A-8CCC-E14645DACCCC}" type="presParOf" srcId="{911C44D5-7526-42E8-928F-14D0AF7BAF97}" destId="{4FD1119A-B132-4B90-992A-199BA7EA0B6D}" srcOrd="2" destOrd="0" presId="urn:microsoft.com/office/officeart/2018/5/layout/IconCircleLabelList"/>
    <dgm:cxn modelId="{2A8D5BD4-896C-4EFD-9DBE-1260E5250B94}" type="presParOf" srcId="{4FD1119A-B132-4B90-992A-199BA7EA0B6D}" destId="{422C118D-3520-4DFE-9638-25646F276A16}" srcOrd="0" destOrd="0" presId="urn:microsoft.com/office/officeart/2018/5/layout/IconCircleLabelList"/>
    <dgm:cxn modelId="{ED52E70E-0831-4EE0-91C8-8D3B11E7E56F}" type="presParOf" srcId="{4FD1119A-B132-4B90-992A-199BA7EA0B6D}" destId="{989A02CD-E1AE-45DE-B696-4229334285EA}" srcOrd="1" destOrd="0" presId="urn:microsoft.com/office/officeart/2018/5/layout/IconCircleLabelList"/>
    <dgm:cxn modelId="{01063754-C189-416A-911C-54C16F8CF485}" type="presParOf" srcId="{4FD1119A-B132-4B90-992A-199BA7EA0B6D}" destId="{A7FD4BDD-40A4-4A47-9995-F8A0214F4B77}" srcOrd="2" destOrd="0" presId="urn:microsoft.com/office/officeart/2018/5/layout/IconCircleLabelList"/>
    <dgm:cxn modelId="{AEFFD73A-16C8-4884-8B43-0358BE1F8CCF}" type="presParOf" srcId="{4FD1119A-B132-4B90-992A-199BA7EA0B6D}" destId="{C92BBA56-F2F3-45A7-AD71-8BD83D4E1B5E}" srcOrd="3" destOrd="0" presId="urn:microsoft.com/office/officeart/2018/5/layout/IconCircleLabelList"/>
    <dgm:cxn modelId="{CA9F7486-467D-4751-8610-45C4463C8AF0}" type="presParOf" srcId="{911C44D5-7526-42E8-928F-14D0AF7BAF97}" destId="{E85ACFD5-1CB2-4184-A301-98710B783E78}" srcOrd="3" destOrd="0" presId="urn:microsoft.com/office/officeart/2018/5/layout/IconCircleLabelList"/>
    <dgm:cxn modelId="{2A1CF821-F116-4BB1-8B58-F512F21E97AC}" type="presParOf" srcId="{911C44D5-7526-42E8-928F-14D0AF7BAF97}" destId="{45557401-FE59-4576-A35C-1A606B4E9425}" srcOrd="4" destOrd="0" presId="urn:microsoft.com/office/officeart/2018/5/layout/IconCircleLabelList"/>
    <dgm:cxn modelId="{B3D09A0A-EB45-4740-8585-6654C8C5EC70}" type="presParOf" srcId="{45557401-FE59-4576-A35C-1A606B4E9425}" destId="{B80DFFFA-737C-4D97-A838-738BCB4CB976}" srcOrd="0" destOrd="0" presId="urn:microsoft.com/office/officeart/2018/5/layout/IconCircleLabelList"/>
    <dgm:cxn modelId="{777FC825-0FA1-46B3-8FB4-15E6E5D8BAE8}" type="presParOf" srcId="{45557401-FE59-4576-A35C-1A606B4E9425}" destId="{8AF9EFBF-0A8A-4C16-99F6-7AE513301036}" srcOrd="1" destOrd="0" presId="urn:microsoft.com/office/officeart/2018/5/layout/IconCircleLabelList"/>
    <dgm:cxn modelId="{6B56B092-128E-4320-8796-FE7FC09CAF58}" type="presParOf" srcId="{45557401-FE59-4576-A35C-1A606B4E9425}" destId="{FD49E2D0-934D-47AB-8BC6-7855906A6012}" srcOrd="2" destOrd="0" presId="urn:microsoft.com/office/officeart/2018/5/layout/IconCircleLabelList"/>
    <dgm:cxn modelId="{8EFC1011-94DF-4264-91E8-EFDDD058939E}" type="presParOf" srcId="{45557401-FE59-4576-A35C-1A606B4E9425}" destId="{7F852558-789C-45CA-A190-4800C07A0D5C}" srcOrd="3" destOrd="0" presId="urn:microsoft.com/office/officeart/2018/5/layout/IconCircleLabelList"/>
    <dgm:cxn modelId="{49366C6A-F362-4DD7-8AF8-A39D27EE0BD4}" type="presParOf" srcId="{911C44D5-7526-42E8-928F-14D0AF7BAF97}" destId="{70B2CC1C-2FF6-43D6-8DA1-1F8B7C796B76}" srcOrd="5" destOrd="0" presId="urn:microsoft.com/office/officeart/2018/5/layout/IconCircleLabelList"/>
    <dgm:cxn modelId="{708204F1-597F-4635-9D68-274E4B2956BE}" type="presParOf" srcId="{911C44D5-7526-42E8-928F-14D0AF7BAF97}" destId="{1164E254-207E-44CC-B8E9-289E30F02190}" srcOrd="6" destOrd="0" presId="urn:microsoft.com/office/officeart/2018/5/layout/IconCircleLabelList"/>
    <dgm:cxn modelId="{55FC46D4-05B7-4F04-B5E9-E95308C3B8CF}" type="presParOf" srcId="{1164E254-207E-44CC-B8E9-289E30F02190}" destId="{000A12BA-8D69-4D02-B46E-840F0C488558}" srcOrd="0" destOrd="0" presId="urn:microsoft.com/office/officeart/2018/5/layout/IconCircleLabelList"/>
    <dgm:cxn modelId="{3745EE5B-E295-4B4E-B5B0-DD838C8D6078}" type="presParOf" srcId="{1164E254-207E-44CC-B8E9-289E30F02190}" destId="{7FAEAA6F-B4B5-4E9D-B09B-D3E624B957F7}" srcOrd="1" destOrd="0" presId="urn:microsoft.com/office/officeart/2018/5/layout/IconCircleLabelList"/>
    <dgm:cxn modelId="{064C7D2F-B953-4B0C-849A-94097A23837D}" type="presParOf" srcId="{1164E254-207E-44CC-B8E9-289E30F02190}" destId="{8CD4095C-74EE-4602-9053-491D89399F66}" srcOrd="2" destOrd="0" presId="urn:microsoft.com/office/officeart/2018/5/layout/IconCircleLabelList"/>
    <dgm:cxn modelId="{36ED6F3C-89D7-41CB-BE2D-DA213A8BBC5C}" type="presParOf" srcId="{1164E254-207E-44CC-B8E9-289E30F02190}" destId="{65DB8E47-D357-4319-B1D4-F88BC4D62F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30BE974-FFBE-4252-A75C-FFC5A0EEA54E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7CEE44-608F-42A6-A484-90E5C98B7231}">
      <dgm:prSet/>
      <dgm:spPr/>
      <dgm:t>
        <a:bodyPr/>
        <a:lstStyle/>
        <a:p>
          <a:r>
            <a:rPr lang="en-US"/>
            <a:t>True Negatives: 23,048</a:t>
          </a:r>
        </a:p>
      </dgm:t>
    </dgm:pt>
    <dgm:pt modelId="{7E313479-2B4D-4AAC-AEC0-F7BD04CBC652}" type="parTrans" cxnId="{62342BE0-79D1-4F87-9AC2-E375391B1066}">
      <dgm:prSet/>
      <dgm:spPr/>
      <dgm:t>
        <a:bodyPr/>
        <a:lstStyle/>
        <a:p>
          <a:endParaRPr lang="en-US"/>
        </a:p>
      </dgm:t>
    </dgm:pt>
    <dgm:pt modelId="{51B7ACDA-A7A1-49B7-9416-146D28CB4381}" type="sibTrans" cxnId="{62342BE0-79D1-4F87-9AC2-E375391B1066}">
      <dgm:prSet/>
      <dgm:spPr/>
      <dgm:t>
        <a:bodyPr/>
        <a:lstStyle/>
        <a:p>
          <a:endParaRPr lang="en-US"/>
        </a:p>
      </dgm:t>
    </dgm:pt>
    <dgm:pt modelId="{483BD56F-A3D7-47DD-8131-7490844321A2}">
      <dgm:prSet/>
      <dgm:spPr/>
      <dgm:t>
        <a:bodyPr/>
        <a:lstStyle/>
        <a:p>
          <a:r>
            <a:rPr lang="en-US"/>
            <a:t>True Positives: 14,924</a:t>
          </a:r>
        </a:p>
      </dgm:t>
    </dgm:pt>
    <dgm:pt modelId="{FF282917-7293-44A6-9309-8A942C498BAB}" type="parTrans" cxnId="{82771AB3-8A19-4AEE-8BE7-C16E2B28046B}">
      <dgm:prSet/>
      <dgm:spPr/>
      <dgm:t>
        <a:bodyPr/>
        <a:lstStyle/>
        <a:p>
          <a:endParaRPr lang="en-US"/>
        </a:p>
      </dgm:t>
    </dgm:pt>
    <dgm:pt modelId="{0819E3C6-234B-4981-BF02-97E2DBE817A9}" type="sibTrans" cxnId="{82771AB3-8A19-4AEE-8BE7-C16E2B28046B}">
      <dgm:prSet/>
      <dgm:spPr/>
      <dgm:t>
        <a:bodyPr/>
        <a:lstStyle/>
        <a:p>
          <a:endParaRPr lang="en-US"/>
        </a:p>
      </dgm:t>
    </dgm:pt>
    <dgm:pt modelId="{C58E2015-F70B-4ED9-9A9C-EEC7A86E1615}">
      <dgm:prSet/>
      <dgm:spPr/>
      <dgm:t>
        <a:bodyPr/>
        <a:lstStyle/>
        <a:p>
          <a:r>
            <a:rPr lang="en-US"/>
            <a:t>False Positives: 5,494</a:t>
          </a:r>
        </a:p>
      </dgm:t>
    </dgm:pt>
    <dgm:pt modelId="{7215AAFE-DE0F-418C-9447-08F1354592B9}" type="parTrans" cxnId="{A0D45072-E66D-4190-ACF6-011DF2CA637C}">
      <dgm:prSet/>
      <dgm:spPr/>
      <dgm:t>
        <a:bodyPr/>
        <a:lstStyle/>
        <a:p>
          <a:endParaRPr lang="en-US"/>
        </a:p>
      </dgm:t>
    </dgm:pt>
    <dgm:pt modelId="{73032D68-C023-405B-B790-3A27F0A68BBB}" type="sibTrans" cxnId="{A0D45072-E66D-4190-ACF6-011DF2CA637C}">
      <dgm:prSet/>
      <dgm:spPr/>
      <dgm:t>
        <a:bodyPr/>
        <a:lstStyle/>
        <a:p>
          <a:endParaRPr lang="en-US"/>
        </a:p>
      </dgm:t>
    </dgm:pt>
    <dgm:pt modelId="{A5A32F02-8396-4066-91D3-7530C60C94E6}">
      <dgm:prSet/>
      <dgm:spPr/>
      <dgm:t>
        <a:bodyPr/>
        <a:lstStyle/>
        <a:p>
          <a:r>
            <a:rPr lang="en-US"/>
            <a:t>False Negatives: 2,028</a:t>
          </a:r>
        </a:p>
      </dgm:t>
    </dgm:pt>
    <dgm:pt modelId="{9417D35F-7464-4C75-904E-B6C8DE06F4B6}" type="parTrans" cxnId="{7A8FDCE0-791F-46BA-8A84-85071C92DD6D}">
      <dgm:prSet/>
      <dgm:spPr/>
      <dgm:t>
        <a:bodyPr/>
        <a:lstStyle/>
        <a:p>
          <a:endParaRPr lang="en-US"/>
        </a:p>
      </dgm:t>
    </dgm:pt>
    <dgm:pt modelId="{3452B464-9ED3-455E-BD22-937ACF231B4F}" type="sibTrans" cxnId="{7A8FDCE0-791F-46BA-8A84-85071C92DD6D}">
      <dgm:prSet/>
      <dgm:spPr/>
      <dgm:t>
        <a:bodyPr/>
        <a:lstStyle/>
        <a:p>
          <a:endParaRPr lang="en-US"/>
        </a:p>
      </dgm:t>
    </dgm:pt>
    <dgm:pt modelId="{A68A7B99-2A7E-2545-8EBA-8B6DF912565E}" type="pres">
      <dgm:prSet presAssocID="{830BE974-FFBE-4252-A75C-FFC5A0EEA54E}" presName="cycle" presStyleCnt="0">
        <dgm:presLayoutVars>
          <dgm:dir/>
          <dgm:resizeHandles val="exact"/>
        </dgm:presLayoutVars>
      </dgm:prSet>
      <dgm:spPr/>
    </dgm:pt>
    <dgm:pt modelId="{E12D5217-7845-3146-B301-E66A6ACD735C}" type="pres">
      <dgm:prSet presAssocID="{C77CEE44-608F-42A6-A484-90E5C98B7231}" presName="dummy" presStyleCnt="0"/>
      <dgm:spPr/>
    </dgm:pt>
    <dgm:pt modelId="{6E30613C-C625-0848-9607-BCE3B757AD02}" type="pres">
      <dgm:prSet presAssocID="{C77CEE44-608F-42A6-A484-90E5C98B7231}" presName="node" presStyleLbl="revTx" presStyleIdx="0" presStyleCnt="4">
        <dgm:presLayoutVars>
          <dgm:bulletEnabled val="1"/>
        </dgm:presLayoutVars>
      </dgm:prSet>
      <dgm:spPr/>
    </dgm:pt>
    <dgm:pt modelId="{AF41772E-81FC-B94B-9EB4-A41436DBC83D}" type="pres">
      <dgm:prSet presAssocID="{51B7ACDA-A7A1-49B7-9416-146D28CB4381}" presName="sibTrans" presStyleLbl="node1" presStyleIdx="0" presStyleCnt="4"/>
      <dgm:spPr/>
    </dgm:pt>
    <dgm:pt modelId="{95A2E1F7-80B4-E049-9C2D-1F38E87EF4C4}" type="pres">
      <dgm:prSet presAssocID="{483BD56F-A3D7-47DD-8131-7490844321A2}" presName="dummy" presStyleCnt="0"/>
      <dgm:spPr/>
    </dgm:pt>
    <dgm:pt modelId="{AD7BB338-331C-3841-A0B7-793D6342F6F6}" type="pres">
      <dgm:prSet presAssocID="{483BD56F-A3D7-47DD-8131-7490844321A2}" presName="node" presStyleLbl="revTx" presStyleIdx="1" presStyleCnt="4">
        <dgm:presLayoutVars>
          <dgm:bulletEnabled val="1"/>
        </dgm:presLayoutVars>
      </dgm:prSet>
      <dgm:spPr/>
    </dgm:pt>
    <dgm:pt modelId="{C8167084-54AE-584C-BC26-5F5C81934003}" type="pres">
      <dgm:prSet presAssocID="{0819E3C6-234B-4981-BF02-97E2DBE817A9}" presName="sibTrans" presStyleLbl="node1" presStyleIdx="1" presStyleCnt="4"/>
      <dgm:spPr/>
    </dgm:pt>
    <dgm:pt modelId="{820ADF3A-BC3B-CD49-928A-75BAE3AE4F27}" type="pres">
      <dgm:prSet presAssocID="{C58E2015-F70B-4ED9-9A9C-EEC7A86E1615}" presName="dummy" presStyleCnt="0"/>
      <dgm:spPr/>
    </dgm:pt>
    <dgm:pt modelId="{EFA55E77-AAB4-0D44-86B0-D8EA65626BFC}" type="pres">
      <dgm:prSet presAssocID="{C58E2015-F70B-4ED9-9A9C-EEC7A86E1615}" presName="node" presStyleLbl="revTx" presStyleIdx="2" presStyleCnt="4">
        <dgm:presLayoutVars>
          <dgm:bulletEnabled val="1"/>
        </dgm:presLayoutVars>
      </dgm:prSet>
      <dgm:spPr/>
    </dgm:pt>
    <dgm:pt modelId="{105D42EA-5C74-394A-BF56-E613BAF7825C}" type="pres">
      <dgm:prSet presAssocID="{73032D68-C023-405B-B790-3A27F0A68BBB}" presName="sibTrans" presStyleLbl="node1" presStyleIdx="2" presStyleCnt="4"/>
      <dgm:spPr/>
    </dgm:pt>
    <dgm:pt modelId="{3036A0B8-C52E-EE47-A913-850A6D87DA9D}" type="pres">
      <dgm:prSet presAssocID="{A5A32F02-8396-4066-91D3-7530C60C94E6}" presName="dummy" presStyleCnt="0"/>
      <dgm:spPr/>
    </dgm:pt>
    <dgm:pt modelId="{7411FA0F-947C-624D-97F4-96CFC186BEE5}" type="pres">
      <dgm:prSet presAssocID="{A5A32F02-8396-4066-91D3-7530C60C94E6}" presName="node" presStyleLbl="revTx" presStyleIdx="3" presStyleCnt="4">
        <dgm:presLayoutVars>
          <dgm:bulletEnabled val="1"/>
        </dgm:presLayoutVars>
      </dgm:prSet>
      <dgm:spPr/>
    </dgm:pt>
    <dgm:pt modelId="{2B7F0DDA-FA65-7D4F-8C27-E17FD6D925C3}" type="pres">
      <dgm:prSet presAssocID="{3452B464-9ED3-455E-BD22-937ACF231B4F}" presName="sibTrans" presStyleLbl="node1" presStyleIdx="3" presStyleCnt="4"/>
      <dgm:spPr/>
    </dgm:pt>
  </dgm:ptLst>
  <dgm:cxnLst>
    <dgm:cxn modelId="{4AFEAF02-AB38-F748-AD0E-64F52E4FCBA4}" type="presOf" srcId="{483BD56F-A3D7-47DD-8131-7490844321A2}" destId="{AD7BB338-331C-3841-A0B7-793D6342F6F6}" srcOrd="0" destOrd="0" presId="urn:microsoft.com/office/officeart/2005/8/layout/cycle1"/>
    <dgm:cxn modelId="{591F0709-7517-E341-AE4C-21193E934932}" type="presOf" srcId="{0819E3C6-234B-4981-BF02-97E2DBE817A9}" destId="{C8167084-54AE-584C-BC26-5F5C81934003}" srcOrd="0" destOrd="0" presId="urn:microsoft.com/office/officeart/2005/8/layout/cycle1"/>
    <dgm:cxn modelId="{73BC9528-A842-0647-8F8C-DB010BFBE4D0}" type="presOf" srcId="{51B7ACDA-A7A1-49B7-9416-146D28CB4381}" destId="{AF41772E-81FC-B94B-9EB4-A41436DBC83D}" srcOrd="0" destOrd="0" presId="urn:microsoft.com/office/officeart/2005/8/layout/cycle1"/>
    <dgm:cxn modelId="{D1C1BA64-2BBF-6140-9A46-7AE96291F974}" type="presOf" srcId="{C77CEE44-608F-42A6-A484-90E5C98B7231}" destId="{6E30613C-C625-0848-9607-BCE3B757AD02}" srcOrd="0" destOrd="0" presId="urn:microsoft.com/office/officeart/2005/8/layout/cycle1"/>
    <dgm:cxn modelId="{A0D45072-E66D-4190-ACF6-011DF2CA637C}" srcId="{830BE974-FFBE-4252-A75C-FFC5A0EEA54E}" destId="{C58E2015-F70B-4ED9-9A9C-EEC7A86E1615}" srcOrd="2" destOrd="0" parTransId="{7215AAFE-DE0F-418C-9447-08F1354592B9}" sibTransId="{73032D68-C023-405B-B790-3A27F0A68BBB}"/>
    <dgm:cxn modelId="{82771AB3-8A19-4AEE-8BE7-C16E2B28046B}" srcId="{830BE974-FFBE-4252-A75C-FFC5A0EEA54E}" destId="{483BD56F-A3D7-47DD-8131-7490844321A2}" srcOrd="1" destOrd="0" parTransId="{FF282917-7293-44A6-9309-8A942C498BAB}" sibTransId="{0819E3C6-234B-4981-BF02-97E2DBE817A9}"/>
    <dgm:cxn modelId="{785D01B9-BEC3-0847-A33B-7C5652DBDB06}" type="presOf" srcId="{830BE974-FFBE-4252-A75C-FFC5A0EEA54E}" destId="{A68A7B99-2A7E-2545-8EBA-8B6DF912565E}" srcOrd="0" destOrd="0" presId="urn:microsoft.com/office/officeart/2005/8/layout/cycle1"/>
    <dgm:cxn modelId="{6F2AD4CF-97EF-5143-93AA-EEAFEEFDD63E}" type="presOf" srcId="{3452B464-9ED3-455E-BD22-937ACF231B4F}" destId="{2B7F0DDA-FA65-7D4F-8C27-E17FD6D925C3}" srcOrd="0" destOrd="0" presId="urn:microsoft.com/office/officeart/2005/8/layout/cycle1"/>
    <dgm:cxn modelId="{614828D6-BB5B-3049-8155-DDBD65B09237}" type="presOf" srcId="{A5A32F02-8396-4066-91D3-7530C60C94E6}" destId="{7411FA0F-947C-624D-97F4-96CFC186BEE5}" srcOrd="0" destOrd="0" presId="urn:microsoft.com/office/officeart/2005/8/layout/cycle1"/>
    <dgm:cxn modelId="{62342BE0-79D1-4F87-9AC2-E375391B1066}" srcId="{830BE974-FFBE-4252-A75C-FFC5A0EEA54E}" destId="{C77CEE44-608F-42A6-A484-90E5C98B7231}" srcOrd="0" destOrd="0" parTransId="{7E313479-2B4D-4AAC-AEC0-F7BD04CBC652}" sibTransId="{51B7ACDA-A7A1-49B7-9416-146D28CB4381}"/>
    <dgm:cxn modelId="{7A8FDCE0-791F-46BA-8A84-85071C92DD6D}" srcId="{830BE974-FFBE-4252-A75C-FFC5A0EEA54E}" destId="{A5A32F02-8396-4066-91D3-7530C60C94E6}" srcOrd="3" destOrd="0" parTransId="{9417D35F-7464-4C75-904E-B6C8DE06F4B6}" sibTransId="{3452B464-9ED3-455E-BD22-937ACF231B4F}"/>
    <dgm:cxn modelId="{163345F3-3CF9-9045-A388-D24DB3F68346}" type="presOf" srcId="{C58E2015-F70B-4ED9-9A9C-EEC7A86E1615}" destId="{EFA55E77-AAB4-0D44-86B0-D8EA65626BFC}" srcOrd="0" destOrd="0" presId="urn:microsoft.com/office/officeart/2005/8/layout/cycle1"/>
    <dgm:cxn modelId="{A2D050F5-1B96-F84A-81FF-ED1C12E29E0B}" type="presOf" srcId="{73032D68-C023-405B-B790-3A27F0A68BBB}" destId="{105D42EA-5C74-394A-BF56-E613BAF7825C}" srcOrd="0" destOrd="0" presId="urn:microsoft.com/office/officeart/2005/8/layout/cycle1"/>
    <dgm:cxn modelId="{73D13E71-1351-4845-A12C-E24008EDC689}" type="presParOf" srcId="{A68A7B99-2A7E-2545-8EBA-8B6DF912565E}" destId="{E12D5217-7845-3146-B301-E66A6ACD735C}" srcOrd="0" destOrd="0" presId="urn:microsoft.com/office/officeart/2005/8/layout/cycle1"/>
    <dgm:cxn modelId="{D74F3C2F-DC5C-1143-A977-D45F830EB476}" type="presParOf" srcId="{A68A7B99-2A7E-2545-8EBA-8B6DF912565E}" destId="{6E30613C-C625-0848-9607-BCE3B757AD02}" srcOrd="1" destOrd="0" presId="urn:microsoft.com/office/officeart/2005/8/layout/cycle1"/>
    <dgm:cxn modelId="{E6A980BE-2792-844B-BA9E-CE1C22590CEA}" type="presParOf" srcId="{A68A7B99-2A7E-2545-8EBA-8B6DF912565E}" destId="{AF41772E-81FC-B94B-9EB4-A41436DBC83D}" srcOrd="2" destOrd="0" presId="urn:microsoft.com/office/officeart/2005/8/layout/cycle1"/>
    <dgm:cxn modelId="{2DEC76AF-C4CB-014F-B63F-2B2557111938}" type="presParOf" srcId="{A68A7B99-2A7E-2545-8EBA-8B6DF912565E}" destId="{95A2E1F7-80B4-E049-9C2D-1F38E87EF4C4}" srcOrd="3" destOrd="0" presId="urn:microsoft.com/office/officeart/2005/8/layout/cycle1"/>
    <dgm:cxn modelId="{5F39E6E2-0DB1-1241-87DB-A1A431C9B3A7}" type="presParOf" srcId="{A68A7B99-2A7E-2545-8EBA-8B6DF912565E}" destId="{AD7BB338-331C-3841-A0B7-793D6342F6F6}" srcOrd="4" destOrd="0" presId="urn:microsoft.com/office/officeart/2005/8/layout/cycle1"/>
    <dgm:cxn modelId="{2EE772A7-91D5-414E-B8A6-36B1DBBBE4B6}" type="presParOf" srcId="{A68A7B99-2A7E-2545-8EBA-8B6DF912565E}" destId="{C8167084-54AE-584C-BC26-5F5C81934003}" srcOrd="5" destOrd="0" presId="urn:microsoft.com/office/officeart/2005/8/layout/cycle1"/>
    <dgm:cxn modelId="{F0FE8743-709D-2846-BEB3-688835078571}" type="presParOf" srcId="{A68A7B99-2A7E-2545-8EBA-8B6DF912565E}" destId="{820ADF3A-BC3B-CD49-928A-75BAE3AE4F27}" srcOrd="6" destOrd="0" presId="urn:microsoft.com/office/officeart/2005/8/layout/cycle1"/>
    <dgm:cxn modelId="{5A0A0768-9196-FC4E-BA99-F327A3216BA4}" type="presParOf" srcId="{A68A7B99-2A7E-2545-8EBA-8B6DF912565E}" destId="{EFA55E77-AAB4-0D44-86B0-D8EA65626BFC}" srcOrd="7" destOrd="0" presId="urn:microsoft.com/office/officeart/2005/8/layout/cycle1"/>
    <dgm:cxn modelId="{519DFA25-3C12-8544-90A9-1D5C1A0239AC}" type="presParOf" srcId="{A68A7B99-2A7E-2545-8EBA-8B6DF912565E}" destId="{105D42EA-5C74-394A-BF56-E613BAF7825C}" srcOrd="8" destOrd="0" presId="urn:microsoft.com/office/officeart/2005/8/layout/cycle1"/>
    <dgm:cxn modelId="{E007893A-2082-D149-9F43-6E6F8A9F0217}" type="presParOf" srcId="{A68A7B99-2A7E-2545-8EBA-8B6DF912565E}" destId="{3036A0B8-C52E-EE47-A913-850A6D87DA9D}" srcOrd="9" destOrd="0" presId="urn:microsoft.com/office/officeart/2005/8/layout/cycle1"/>
    <dgm:cxn modelId="{247BA134-AF3A-AB42-AEFD-979A12F53B59}" type="presParOf" srcId="{A68A7B99-2A7E-2545-8EBA-8B6DF912565E}" destId="{7411FA0F-947C-624D-97F4-96CFC186BEE5}" srcOrd="10" destOrd="0" presId="urn:microsoft.com/office/officeart/2005/8/layout/cycle1"/>
    <dgm:cxn modelId="{99010713-6B58-9F49-8C69-E7C6E22D67CB}" type="presParOf" srcId="{A68A7B99-2A7E-2545-8EBA-8B6DF912565E}" destId="{2B7F0DDA-FA65-7D4F-8C27-E17FD6D925C3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1C109CE-6F82-48E2-858B-A6EF2B758E2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5099BC-A0FE-411F-9F35-37B5FFC1DDB1}">
      <dgm:prSet/>
      <dgm:spPr/>
      <dgm:t>
        <a:bodyPr/>
        <a:lstStyle/>
        <a:p>
          <a:r>
            <a:rPr lang="en-US"/>
            <a:t>Use model-based feature importance</a:t>
          </a:r>
        </a:p>
      </dgm:t>
    </dgm:pt>
    <dgm:pt modelId="{E32DF355-64C6-4E40-B739-1640A645BAE0}" type="parTrans" cxnId="{4AE8FDC9-1090-45F4-BE54-4CDD51F846D4}">
      <dgm:prSet/>
      <dgm:spPr/>
      <dgm:t>
        <a:bodyPr/>
        <a:lstStyle/>
        <a:p>
          <a:endParaRPr lang="en-US"/>
        </a:p>
      </dgm:t>
    </dgm:pt>
    <dgm:pt modelId="{A7556266-D0C8-4499-905B-7092A8B7DCFA}" type="sibTrans" cxnId="{4AE8FDC9-1090-45F4-BE54-4CDD51F846D4}">
      <dgm:prSet/>
      <dgm:spPr/>
      <dgm:t>
        <a:bodyPr/>
        <a:lstStyle/>
        <a:p>
          <a:endParaRPr lang="en-US"/>
        </a:p>
      </dgm:t>
    </dgm:pt>
    <dgm:pt modelId="{CEF0703E-E440-4A62-AAAD-9E7098D0781F}">
      <dgm:prSet/>
      <dgm:spPr/>
      <dgm:t>
        <a:bodyPr/>
        <a:lstStyle/>
        <a:p>
          <a:r>
            <a:rPr lang="en-US" dirty="0"/>
            <a:t>SHAP values for local/global explanations</a:t>
          </a:r>
        </a:p>
      </dgm:t>
    </dgm:pt>
    <dgm:pt modelId="{28F714F5-4343-479C-B33C-8CD8E367513B}" type="parTrans" cxnId="{9AEC9FCB-E4B1-4CE7-A38A-9B0B6B8EA00E}">
      <dgm:prSet/>
      <dgm:spPr/>
      <dgm:t>
        <a:bodyPr/>
        <a:lstStyle/>
        <a:p>
          <a:endParaRPr lang="en-US"/>
        </a:p>
      </dgm:t>
    </dgm:pt>
    <dgm:pt modelId="{D4307247-ABC1-4041-8644-222E91E03B6B}" type="sibTrans" cxnId="{9AEC9FCB-E4B1-4CE7-A38A-9B0B6B8EA00E}">
      <dgm:prSet/>
      <dgm:spPr/>
      <dgm:t>
        <a:bodyPr/>
        <a:lstStyle/>
        <a:p>
          <a:endParaRPr lang="en-US"/>
        </a:p>
      </dgm:t>
    </dgm:pt>
    <dgm:pt modelId="{E7EC9A8F-8E40-4BEF-9EED-458D2705E78A}">
      <dgm:prSet/>
      <dgm:spPr/>
      <dgm:t>
        <a:bodyPr/>
        <a:lstStyle/>
        <a:p>
          <a:r>
            <a:rPr lang="en-US"/>
            <a:t>Identify drivers: weather, visibility, time, road indicators</a:t>
          </a:r>
        </a:p>
      </dgm:t>
    </dgm:pt>
    <dgm:pt modelId="{65B63058-1A9C-4B5F-99FC-0AB2779B7C96}" type="parTrans" cxnId="{27BFDEB6-6540-4536-8FF4-DAB81A873B4E}">
      <dgm:prSet/>
      <dgm:spPr/>
      <dgm:t>
        <a:bodyPr/>
        <a:lstStyle/>
        <a:p>
          <a:endParaRPr lang="en-US"/>
        </a:p>
      </dgm:t>
    </dgm:pt>
    <dgm:pt modelId="{3604FAB9-AAE1-4642-B7AF-E287387E2BF5}" type="sibTrans" cxnId="{27BFDEB6-6540-4536-8FF4-DAB81A873B4E}">
      <dgm:prSet/>
      <dgm:spPr/>
      <dgm:t>
        <a:bodyPr/>
        <a:lstStyle/>
        <a:p>
          <a:endParaRPr lang="en-US"/>
        </a:p>
      </dgm:t>
    </dgm:pt>
    <dgm:pt modelId="{00334430-3186-4DD0-950F-70DD60670BF2}">
      <dgm:prSet/>
      <dgm:spPr/>
      <dgm:t>
        <a:bodyPr/>
        <a:lstStyle/>
        <a:p>
          <a:r>
            <a:rPr lang="en-US"/>
            <a:t>Supports interpretability</a:t>
          </a:r>
        </a:p>
      </dgm:t>
    </dgm:pt>
    <dgm:pt modelId="{31660D7D-9766-4AE0-9AFE-A951DD9A6070}" type="parTrans" cxnId="{AE5B37AF-B8A2-403C-B68C-A1E3AC65A853}">
      <dgm:prSet/>
      <dgm:spPr/>
      <dgm:t>
        <a:bodyPr/>
        <a:lstStyle/>
        <a:p>
          <a:endParaRPr lang="en-US"/>
        </a:p>
      </dgm:t>
    </dgm:pt>
    <dgm:pt modelId="{C020B60A-C97B-4D2B-A728-F2DD6FAA7565}" type="sibTrans" cxnId="{AE5B37AF-B8A2-403C-B68C-A1E3AC65A853}">
      <dgm:prSet/>
      <dgm:spPr/>
      <dgm:t>
        <a:bodyPr/>
        <a:lstStyle/>
        <a:p>
          <a:endParaRPr lang="en-US"/>
        </a:p>
      </dgm:t>
    </dgm:pt>
    <dgm:pt modelId="{E2FB77CA-BE0B-EF4B-BA24-9930A4927E4F}" type="pres">
      <dgm:prSet presAssocID="{91C109CE-6F82-48E2-858B-A6EF2B758E22}" presName="matrix" presStyleCnt="0">
        <dgm:presLayoutVars>
          <dgm:chMax val="1"/>
          <dgm:dir/>
          <dgm:resizeHandles val="exact"/>
        </dgm:presLayoutVars>
      </dgm:prSet>
      <dgm:spPr/>
    </dgm:pt>
    <dgm:pt modelId="{62D8715A-B990-7742-8352-278DB7B75391}" type="pres">
      <dgm:prSet presAssocID="{91C109CE-6F82-48E2-858B-A6EF2B758E22}" presName="diamond" presStyleLbl="bgShp" presStyleIdx="0" presStyleCnt="1"/>
      <dgm:spPr/>
    </dgm:pt>
    <dgm:pt modelId="{7013AF98-EBBB-5F43-BA8F-F46C2AB87D9A}" type="pres">
      <dgm:prSet presAssocID="{91C109CE-6F82-48E2-858B-A6EF2B758E2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45E8299-3437-ED4A-B2EF-DE3DAFDC50B5}" type="pres">
      <dgm:prSet presAssocID="{91C109CE-6F82-48E2-858B-A6EF2B758E2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E5A447D-D054-B943-9E37-9B0F3EA3BDD8}" type="pres">
      <dgm:prSet presAssocID="{91C109CE-6F82-48E2-858B-A6EF2B758E2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9019DAB-449A-2244-B9A4-6D2F213EEC41}" type="pres">
      <dgm:prSet presAssocID="{91C109CE-6F82-48E2-858B-A6EF2B758E2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1E5252A-6535-9C4A-9436-308F54256817}" type="presOf" srcId="{CEF0703E-E440-4A62-AAAD-9E7098D0781F}" destId="{645E8299-3437-ED4A-B2EF-DE3DAFDC50B5}" srcOrd="0" destOrd="0" presId="urn:microsoft.com/office/officeart/2005/8/layout/matrix3"/>
    <dgm:cxn modelId="{6D135345-34F6-5E42-A160-88FDD130B08E}" type="presOf" srcId="{3F5099BC-A0FE-411F-9F35-37B5FFC1DDB1}" destId="{7013AF98-EBBB-5F43-BA8F-F46C2AB87D9A}" srcOrd="0" destOrd="0" presId="urn:microsoft.com/office/officeart/2005/8/layout/matrix3"/>
    <dgm:cxn modelId="{91EF9A77-D897-B347-B3BE-1C86BBEBCC85}" type="presOf" srcId="{00334430-3186-4DD0-950F-70DD60670BF2}" destId="{39019DAB-449A-2244-B9A4-6D2F213EEC41}" srcOrd="0" destOrd="0" presId="urn:microsoft.com/office/officeart/2005/8/layout/matrix3"/>
    <dgm:cxn modelId="{DD5A988A-1D81-0544-A94A-1974AD39C4B4}" type="presOf" srcId="{91C109CE-6F82-48E2-858B-A6EF2B758E22}" destId="{E2FB77CA-BE0B-EF4B-BA24-9930A4927E4F}" srcOrd="0" destOrd="0" presId="urn:microsoft.com/office/officeart/2005/8/layout/matrix3"/>
    <dgm:cxn modelId="{AE5B37AF-B8A2-403C-B68C-A1E3AC65A853}" srcId="{91C109CE-6F82-48E2-858B-A6EF2B758E22}" destId="{00334430-3186-4DD0-950F-70DD60670BF2}" srcOrd="3" destOrd="0" parTransId="{31660D7D-9766-4AE0-9AFE-A951DD9A6070}" sibTransId="{C020B60A-C97B-4D2B-A728-F2DD6FAA7565}"/>
    <dgm:cxn modelId="{27BFDEB6-6540-4536-8FF4-DAB81A873B4E}" srcId="{91C109CE-6F82-48E2-858B-A6EF2B758E22}" destId="{E7EC9A8F-8E40-4BEF-9EED-458D2705E78A}" srcOrd="2" destOrd="0" parTransId="{65B63058-1A9C-4B5F-99FC-0AB2779B7C96}" sibTransId="{3604FAB9-AAE1-4642-B7AF-E287387E2BF5}"/>
    <dgm:cxn modelId="{0CD862C9-5162-EA48-A370-234D37A814C9}" type="presOf" srcId="{E7EC9A8F-8E40-4BEF-9EED-458D2705E78A}" destId="{9E5A447D-D054-B943-9E37-9B0F3EA3BDD8}" srcOrd="0" destOrd="0" presId="urn:microsoft.com/office/officeart/2005/8/layout/matrix3"/>
    <dgm:cxn modelId="{4AE8FDC9-1090-45F4-BE54-4CDD51F846D4}" srcId="{91C109CE-6F82-48E2-858B-A6EF2B758E22}" destId="{3F5099BC-A0FE-411F-9F35-37B5FFC1DDB1}" srcOrd="0" destOrd="0" parTransId="{E32DF355-64C6-4E40-B739-1640A645BAE0}" sibTransId="{A7556266-D0C8-4499-905B-7092A8B7DCFA}"/>
    <dgm:cxn modelId="{9AEC9FCB-E4B1-4CE7-A38A-9B0B6B8EA00E}" srcId="{91C109CE-6F82-48E2-858B-A6EF2B758E22}" destId="{CEF0703E-E440-4A62-AAAD-9E7098D0781F}" srcOrd="1" destOrd="0" parTransId="{28F714F5-4343-479C-B33C-8CD8E367513B}" sibTransId="{D4307247-ABC1-4041-8644-222E91E03B6B}"/>
    <dgm:cxn modelId="{7495DE50-21DF-6742-9538-0CCACBECB288}" type="presParOf" srcId="{E2FB77CA-BE0B-EF4B-BA24-9930A4927E4F}" destId="{62D8715A-B990-7742-8352-278DB7B75391}" srcOrd="0" destOrd="0" presId="urn:microsoft.com/office/officeart/2005/8/layout/matrix3"/>
    <dgm:cxn modelId="{B03FE81D-6131-7448-8F98-D6E2120D0424}" type="presParOf" srcId="{E2FB77CA-BE0B-EF4B-BA24-9930A4927E4F}" destId="{7013AF98-EBBB-5F43-BA8F-F46C2AB87D9A}" srcOrd="1" destOrd="0" presId="urn:microsoft.com/office/officeart/2005/8/layout/matrix3"/>
    <dgm:cxn modelId="{16EC710D-C4BD-E84B-A3FF-C107E4DB36CA}" type="presParOf" srcId="{E2FB77CA-BE0B-EF4B-BA24-9930A4927E4F}" destId="{645E8299-3437-ED4A-B2EF-DE3DAFDC50B5}" srcOrd="2" destOrd="0" presId="urn:microsoft.com/office/officeart/2005/8/layout/matrix3"/>
    <dgm:cxn modelId="{429B2471-2116-1440-BBB6-249C276CFC7F}" type="presParOf" srcId="{E2FB77CA-BE0B-EF4B-BA24-9930A4927E4F}" destId="{9E5A447D-D054-B943-9E37-9B0F3EA3BDD8}" srcOrd="3" destOrd="0" presId="urn:microsoft.com/office/officeart/2005/8/layout/matrix3"/>
    <dgm:cxn modelId="{F1D68222-81BE-F040-B14A-72208A8C78E9}" type="presParOf" srcId="{E2FB77CA-BE0B-EF4B-BA24-9930A4927E4F}" destId="{39019DAB-449A-2244-B9A4-6D2F213EEC4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07A8412-4231-4F52-BB95-63CF7DE8226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6E5A4B-2830-4FE0-8C4E-778A1EC1F4E6}">
      <dgm:prSet custT="1"/>
      <dgm:spPr/>
      <dgm:t>
        <a:bodyPr/>
        <a:lstStyle/>
        <a:p>
          <a:pPr>
            <a:defRPr cap="all"/>
          </a:pPr>
          <a:r>
            <a:rPr lang="en-US" sz="1800" dirty="0"/>
            <a:t>Tracking URI: SQLite in project artifacts</a:t>
          </a:r>
        </a:p>
      </dgm:t>
    </dgm:pt>
    <dgm:pt modelId="{4FCA966C-6929-4AD3-9E36-AAD054A879CD}" type="parTrans" cxnId="{67559D6C-3AB9-453D-BA78-2B7484B09A51}">
      <dgm:prSet/>
      <dgm:spPr/>
      <dgm:t>
        <a:bodyPr/>
        <a:lstStyle/>
        <a:p>
          <a:endParaRPr lang="en-US"/>
        </a:p>
      </dgm:t>
    </dgm:pt>
    <dgm:pt modelId="{1D0576D8-807F-4181-A0B0-3D45A12A897F}" type="sibTrans" cxnId="{67559D6C-3AB9-453D-BA78-2B7484B09A51}">
      <dgm:prSet/>
      <dgm:spPr/>
      <dgm:t>
        <a:bodyPr/>
        <a:lstStyle/>
        <a:p>
          <a:endParaRPr lang="en-US"/>
        </a:p>
      </dgm:t>
    </dgm:pt>
    <dgm:pt modelId="{AB048678-3BE9-491C-8D22-79527757D958}">
      <dgm:prSet custT="1"/>
      <dgm:spPr/>
      <dgm:t>
        <a:bodyPr/>
        <a:lstStyle/>
        <a:p>
          <a:pPr>
            <a:defRPr cap="all"/>
          </a:pPr>
          <a:r>
            <a:rPr lang="en-US" sz="1800" dirty="0"/>
            <a:t>Log params, metrics, artifacts</a:t>
          </a:r>
        </a:p>
      </dgm:t>
    </dgm:pt>
    <dgm:pt modelId="{80E7FAFB-1D14-4AA3-85F6-6CFE077C3A5C}" type="parTrans" cxnId="{9BAB6786-F449-4DB5-82CB-D3DEA2DBF139}">
      <dgm:prSet/>
      <dgm:spPr/>
      <dgm:t>
        <a:bodyPr/>
        <a:lstStyle/>
        <a:p>
          <a:endParaRPr lang="en-US"/>
        </a:p>
      </dgm:t>
    </dgm:pt>
    <dgm:pt modelId="{B3D6592C-67BF-4501-BA28-B5A992B979D8}" type="sibTrans" cxnId="{9BAB6786-F449-4DB5-82CB-D3DEA2DBF139}">
      <dgm:prSet/>
      <dgm:spPr/>
      <dgm:t>
        <a:bodyPr/>
        <a:lstStyle/>
        <a:p>
          <a:endParaRPr lang="en-US"/>
        </a:p>
      </dgm:t>
    </dgm:pt>
    <dgm:pt modelId="{8DC55ABC-24B1-4B94-998C-3DD832B06299}">
      <dgm:prSet custT="1"/>
      <dgm:spPr/>
      <dgm:t>
        <a:bodyPr/>
        <a:lstStyle/>
        <a:p>
          <a:pPr>
            <a:defRPr cap="all"/>
          </a:pPr>
          <a:r>
            <a:rPr lang="en-US" sz="1800" dirty="0"/>
            <a:t>Experiment: DATA6545_USAccidents_Severity</a:t>
          </a:r>
        </a:p>
      </dgm:t>
    </dgm:pt>
    <dgm:pt modelId="{CE800BA7-8110-4075-B508-F26DA7FDBE46}" type="parTrans" cxnId="{B7519F1D-4812-4ABD-90F0-3BF9C4E17A5A}">
      <dgm:prSet/>
      <dgm:spPr/>
      <dgm:t>
        <a:bodyPr/>
        <a:lstStyle/>
        <a:p>
          <a:endParaRPr lang="en-US"/>
        </a:p>
      </dgm:t>
    </dgm:pt>
    <dgm:pt modelId="{658C41B8-AA53-4698-B614-8F63C1B2405F}" type="sibTrans" cxnId="{B7519F1D-4812-4ABD-90F0-3BF9C4E17A5A}">
      <dgm:prSet/>
      <dgm:spPr/>
      <dgm:t>
        <a:bodyPr/>
        <a:lstStyle/>
        <a:p>
          <a:endParaRPr lang="en-US"/>
        </a:p>
      </dgm:t>
    </dgm:pt>
    <dgm:pt modelId="{5806B589-FC23-4797-BBE4-CC5CD39AB673}">
      <dgm:prSet/>
      <dgm:spPr/>
      <dgm:t>
        <a:bodyPr/>
        <a:lstStyle/>
        <a:p>
          <a:pPr>
            <a:defRPr cap="all"/>
          </a:pPr>
          <a:r>
            <a:rPr lang="en-US" dirty="0"/>
            <a:t>Artifacts persisted on Drive</a:t>
          </a:r>
        </a:p>
      </dgm:t>
    </dgm:pt>
    <dgm:pt modelId="{DC10ED70-573A-41A4-9EAA-3AA8D3AC6C78}" type="parTrans" cxnId="{3F8FBF6A-15AA-42FA-AFD5-D5D97B079263}">
      <dgm:prSet/>
      <dgm:spPr/>
      <dgm:t>
        <a:bodyPr/>
        <a:lstStyle/>
        <a:p>
          <a:endParaRPr lang="en-US"/>
        </a:p>
      </dgm:t>
    </dgm:pt>
    <dgm:pt modelId="{A7C725EF-7A4D-4337-A2AB-B6FEDA3C135E}" type="sibTrans" cxnId="{3F8FBF6A-15AA-42FA-AFD5-D5D97B079263}">
      <dgm:prSet/>
      <dgm:spPr/>
      <dgm:t>
        <a:bodyPr/>
        <a:lstStyle/>
        <a:p>
          <a:endParaRPr lang="en-US"/>
        </a:p>
      </dgm:t>
    </dgm:pt>
    <dgm:pt modelId="{61BBD825-C791-48F6-ADF8-B665A20A7664}" type="pres">
      <dgm:prSet presAssocID="{207A8412-4231-4F52-BB95-63CF7DE82263}" presName="root" presStyleCnt="0">
        <dgm:presLayoutVars>
          <dgm:dir/>
          <dgm:resizeHandles val="exact"/>
        </dgm:presLayoutVars>
      </dgm:prSet>
      <dgm:spPr/>
    </dgm:pt>
    <dgm:pt modelId="{E2C06200-F9BB-4643-876F-338EC37FAE39}" type="pres">
      <dgm:prSet presAssocID="{8B6E5A4B-2830-4FE0-8C4E-778A1EC1F4E6}" presName="compNode" presStyleCnt="0"/>
      <dgm:spPr/>
    </dgm:pt>
    <dgm:pt modelId="{81E4240D-D575-45F1-8582-6104223B60E7}" type="pres">
      <dgm:prSet presAssocID="{8B6E5A4B-2830-4FE0-8C4E-778A1EC1F4E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05C0D00-F3B0-478E-9FE7-6DCA6E6BBC81}" type="pres">
      <dgm:prSet presAssocID="{8B6E5A4B-2830-4FE0-8C4E-778A1EC1F4E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687AC6E-9E78-4D50-BB8E-4BD8DA5091C3}" type="pres">
      <dgm:prSet presAssocID="{8B6E5A4B-2830-4FE0-8C4E-778A1EC1F4E6}" presName="spaceRect" presStyleCnt="0"/>
      <dgm:spPr/>
    </dgm:pt>
    <dgm:pt modelId="{ABEEA663-2285-41A7-8C50-145ADC85431A}" type="pres">
      <dgm:prSet presAssocID="{8B6E5A4B-2830-4FE0-8C4E-778A1EC1F4E6}" presName="textRect" presStyleLbl="revTx" presStyleIdx="0" presStyleCnt="4">
        <dgm:presLayoutVars>
          <dgm:chMax val="1"/>
          <dgm:chPref val="1"/>
        </dgm:presLayoutVars>
      </dgm:prSet>
      <dgm:spPr/>
    </dgm:pt>
    <dgm:pt modelId="{F9702C78-96DC-4B7A-A06B-7AB28822D4C3}" type="pres">
      <dgm:prSet presAssocID="{1D0576D8-807F-4181-A0B0-3D45A12A897F}" presName="sibTrans" presStyleCnt="0"/>
      <dgm:spPr/>
    </dgm:pt>
    <dgm:pt modelId="{1C9CCC60-91BE-48E5-8022-9F962A9E1CEE}" type="pres">
      <dgm:prSet presAssocID="{AB048678-3BE9-491C-8D22-79527757D958}" presName="compNode" presStyleCnt="0"/>
      <dgm:spPr/>
    </dgm:pt>
    <dgm:pt modelId="{CA6B3BE8-13B9-4A0A-B8B3-ADEE43E9F1EA}" type="pres">
      <dgm:prSet presAssocID="{AB048678-3BE9-491C-8D22-79527757D95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FDE9B1-8507-4524-AAD5-3B538878D55B}" type="pres">
      <dgm:prSet presAssocID="{AB048678-3BE9-491C-8D22-79527757D95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A6FBE03-E024-4618-8C2A-223427B471BA}" type="pres">
      <dgm:prSet presAssocID="{AB048678-3BE9-491C-8D22-79527757D958}" presName="spaceRect" presStyleCnt="0"/>
      <dgm:spPr/>
    </dgm:pt>
    <dgm:pt modelId="{52D4029E-007A-4358-8E8C-D08C376B060D}" type="pres">
      <dgm:prSet presAssocID="{AB048678-3BE9-491C-8D22-79527757D958}" presName="textRect" presStyleLbl="revTx" presStyleIdx="1" presStyleCnt="4">
        <dgm:presLayoutVars>
          <dgm:chMax val="1"/>
          <dgm:chPref val="1"/>
        </dgm:presLayoutVars>
      </dgm:prSet>
      <dgm:spPr/>
    </dgm:pt>
    <dgm:pt modelId="{6E3613F1-5054-4BEA-A748-88A20B352F0F}" type="pres">
      <dgm:prSet presAssocID="{B3D6592C-67BF-4501-BA28-B5A992B979D8}" presName="sibTrans" presStyleCnt="0"/>
      <dgm:spPr/>
    </dgm:pt>
    <dgm:pt modelId="{3A2D3AB6-D920-4532-ADA3-F2951B911EF5}" type="pres">
      <dgm:prSet presAssocID="{8DC55ABC-24B1-4B94-998C-3DD832B06299}" presName="compNode" presStyleCnt="0"/>
      <dgm:spPr/>
    </dgm:pt>
    <dgm:pt modelId="{2F7052DF-FDDD-4D7D-A766-A5EC34E49A43}" type="pres">
      <dgm:prSet presAssocID="{8DC55ABC-24B1-4B94-998C-3DD832B0629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775E9AE-4C26-4624-8DC9-24953EE5A97A}" type="pres">
      <dgm:prSet presAssocID="{8DC55ABC-24B1-4B94-998C-3DD832B0629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53135774-05A4-472A-AB9F-C6E663E57DD7}" type="pres">
      <dgm:prSet presAssocID="{8DC55ABC-24B1-4B94-998C-3DD832B06299}" presName="spaceRect" presStyleCnt="0"/>
      <dgm:spPr/>
    </dgm:pt>
    <dgm:pt modelId="{39E6C51C-7EF1-4D83-B675-531AEFE92913}" type="pres">
      <dgm:prSet presAssocID="{8DC55ABC-24B1-4B94-998C-3DD832B06299}" presName="textRect" presStyleLbl="revTx" presStyleIdx="2" presStyleCnt="4">
        <dgm:presLayoutVars>
          <dgm:chMax val="1"/>
          <dgm:chPref val="1"/>
        </dgm:presLayoutVars>
      </dgm:prSet>
      <dgm:spPr/>
    </dgm:pt>
    <dgm:pt modelId="{AFA35F18-589A-4ADC-B625-67ECA6055E27}" type="pres">
      <dgm:prSet presAssocID="{658C41B8-AA53-4698-B614-8F63C1B2405F}" presName="sibTrans" presStyleCnt="0"/>
      <dgm:spPr/>
    </dgm:pt>
    <dgm:pt modelId="{9AC84BCF-12A8-4BA6-9B40-997B2A751004}" type="pres">
      <dgm:prSet presAssocID="{5806B589-FC23-4797-BBE4-CC5CD39AB673}" presName="compNode" presStyleCnt="0"/>
      <dgm:spPr/>
    </dgm:pt>
    <dgm:pt modelId="{254C8F68-AC1A-476F-9D19-88E1E02B33DD}" type="pres">
      <dgm:prSet presAssocID="{5806B589-FC23-4797-BBE4-CC5CD39AB67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C473A72-DC73-415C-8B5C-6AD099AB15B5}" type="pres">
      <dgm:prSet presAssocID="{5806B589-FC23-4797-BBE4-CC5CD39AB67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4221346-66D9-421B-81F9-F9871B05A885}" type="pres">
      <dgm:prSet presAssocID="{5806B589-FC23-4797-BBE4-CC5CD39AB673}" presName="spaceRect" presStyleCnt="0"/>
      <dgm:spPr/>
    </dgm:pt>
    <dgm:pt modelId="{0BED8EBC-5811-42A6-A8F3-A7F66E80D0EB}" type="pres">
      <dgm:prSet presAssocID="{5806B589-FC23-4797-BBE4-CC5CD39AB67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741A01-1F51-4A3A-A44C-4DF3460F0FA0}" type="presOf" srcId="{AB048678-3BE9-491C-8D22-79527757D958}" destId="{52D4029E-007A-4358-8E8C-D08C376B060D}" srcOrd="0" destOrd="0" presId="urn:microsoft.com/office/officeart/2018/5/layout/IconLeafLabelList"/>
    <dgm:cxn modelId="{B7519F1D-4812-4ABD-90F0-3BF9C4E17A5A}" srcId="{207A8412-4231-4F52-BB95-63CF7DE82263}" destId="{8DC55ABC-24B1-4B94-998C-3DD832B06299}" srcOrd="2" destOrd="0" parTransId="{CE800BA7-8110-4075-B508-F26DA7FDBE46}" sibTransId="{658C41B8-AA53-4698-B614-8F63C1B2405F}"/>
    <dgm:cxn modelId="{3F8FBF6A-15AA-42FA-AFD5-D5D97B079263}" srcId="{207A8412-4231-4F52-BB95-63CF7DE82263}" destId="{5806B589-FC23-4797-BBE4-CC5CD39AB673}" srcOrd="3" destOrd="0" parTransId="{DC10ED70-573A-41A4-9EAA-3AA8D3AC6C78}" sibTransId="{A7C725EF-7A4D-4337-A2AB-B6FEDA3C135E}"/>
    <dgm:cxn modelId="{67559D6C-3AB9-453D-BA78-2B7484B09A51}" srcId="{207A8412-4231-4F52-BB95-63CF7DE82263}" destId="{8B6E5A4B-2830-4FE0-8C4E-778A1EC1F4E6}" srcOrd="0" destOrd="0" parTransId="{4FCA966C-6929-4AD3-9E36-AAD054A879CD}" sibTransId="{1D0576D8-807F-4181-A0B0-3D45A12A897F}"/>
    <dgm:cxn modelId="{9BAB6786-F449-4DB5-82CB-D3DEA2DBF139}" srcId="{207A8412-4231-4F52-BB95-63CF7DE82263}" destId="{AB048678-3BE9-491C-8D22-79527757D958}" srcOrd="1" destOrd="0" parTransId="{80E7FAFB-1D14-4AA3-85F6-6CFE077C3A5C}" sibTransId="{B3D6592C-67BF-4501-BA28-B5A992B979D8}"/>
    <dgm:cxn modelId="{A084AF93-E642-424E-9AEF-8AED93F58F41}" type="presOf" srcId="{207A8412-4231-4F52-BB95-63CF7DE82263}" destId="{61BBD825-C791-48F6-ADF8-B665A20A7664}" srcOrd="0" destOrd="0" presId="urn:microsoft.com/office/officeart/2018/5/layout/IconLeafLabelList"/>
    <dgm:cxn modelId="{D29DCB93-EABB-47DA-B0D1-1A3E7C01EAA7}" type="presOf" srcId="{5806B589-FC23-4797-BBE4-CC5CD39AB673}" destId="{0BED8EBC-5811-42A6-A8F3-A7F66E80D0EB}" srcOrd="0" destOrd="0" presId="urn:microsoft.com/office/officeart/2018/5/layout/IconLeafLabelList"/>
    <dgm:cxn modelId="{45B0F89B-41F1-4606-9190-AF4C3037C88D}" type="presOf" srcId="{8B6E5A4B-2830-4FE0-8C4E-778A1EC1F4E6}" destId="{ABEEA663-2285-41A7-8C50-145ADC85431A}" srcOrd="0" destOrd="0" presId="urn:microsoft.com/office/officeart/2018/5/layout/IconLeafLabelList"/>
    <dgm:cxn modelId="{81A2BB9F-EFB6-4F91-A74E-14F40D137C97}" type="presOf" srcId="{8DC55ABC-24B1-4B94-998C-3DD832B06299}" destId="{39E6C51C-7EF1-4D83-B675-531AEFE92913}" srcOrd="0" destOrd="0" presId="urn:microsoft.com/office/officeart/2018/5/layout/IconLeafLabelList"/>
    <dgm:cxn modelId="{E49547B0-AEBE-4191-89AC-8F5AD7C4F9B0}" type="presParOf" srcId="{61BBD825-C791-48F6-ADF8-B665A20A7664}" destId="{E2C06200-F9BB-4643-876F-338EC37FAE39}" srcOrd="0" destOrd="0" presId="urn:microsoft.com/office/officeart/2018/5/layout/IconLeafLabelList"/>
    <dgm:cxn modelId="{155208E5-383B-4656-80D1-C90748362199}" type="presParOf" srcId="{E2C06200-F9BB-4643-876F-338EC37FAE39}" destId="{81E4240D-D575-45F1-8582-6104223B60E7}" srcOrd="0" destOrd="0" presId="urn:microsoft.com/office/officeart/2018/5/layout/IconLeafLabelList"/>
    <dgm:cxn modelId="{F9438A6C-81E7-4787-92DF-5A174C9AD786}" type="presParOf" srcId="{E2C06200-F9BB-4643-876F-338EC37FAE39}" destId="{A05C0D00-F3B0-478E-9FE7-6DCA6E6BBC81}" srcOrd="1" destOrd="0" presId="urn:microsoft.com/office/officeart/2018/5/layout/IconLeafLabelList"/>
    <dgm:cxn modelId="{3ECA1C47-0582-401C-A110-E63776C559C6}" type="presParOf" srcId="{E2C06200-F9BB-4643-876F-338EC37FAE39}" destId="{7687AC6E-9E78-4D50-BB8E-4BD8DA5091C3}" srcOrd="2" destOrd="0" presId="urn:microsoft.com/office/officeart/2018/5/layout/IconLeafLabelList"/>
    <dgm:cxn modelId="{DC389D7E-96BA-4E57-A24D-5CD7B71E5BC7}" type="presParOf" srcId="{E2C06200-F9BB-4643-876F-338EC37FAE39}" destId="{ABEEA663-2285-41A7-8C50-145ADC85431A}" srcOrd="3" destOrd="0" presId="urn:microsoft.com/office/officeart/2018/5/layout/IconLeafLabelList"/>
    <dgm:cxn modelId="{C3AD3A05-966F-4A49-8296-E6E1FC0451A1}" type="presParOf" srcId="{61BBD825-C791-48F6-ADF8-B665A20A7664}" destId="{F9702C78-96DC-4B7A-A06B-7AB28822D4C3}" srcOrd="1" destOrd="0" presId="urn:microsoft.com/office/officeart/2018/5/layout/IconLeafLabelList"/>
    <dgm:cxn modelId="{DBA1B36A-A771-40CA-83BF-8E20E533B7FB}" type="presParOf" srcId="{61BBD825-C791-48F6-ADF8-B665A20A7664}" destId="{1C9CCC60-91BE-48E5-8022-9F962A9E1CEE}" srcOrd="2" destOrd="0" presId="urn:microsoft.com/office/officeart/2018/5/layout/IconLeafLabelList"/>
    <dgm:cxn modelId="{65A7098B-1D8C-4EC3-98FE-91F1B4F0DEA1}" type="presParOf" srcId="{1C9CCC60-91BE-48E5-8022-9F962A9E1CEE}" destId="{CA6B3BE8-13B9-4A0A-B8B3-ADEE43E9F1EA}" srcOrd="0" destOrd="0" presId="urn:microsoft.com/office/officeart/2018/5/layout/IconLeafLabelList"/>
    <dgm:cxn modelId="{24D0E8D6-A156-463E-8B25-C9B5C02AD881}" type="presParOf" srcId="{1C9CCC60-91BE-48E5-8022-9F962A9E1CEE}" destId="{78FDE9B1-8507-4524-AAD5-3B538878D55B}" srcOrd="1" destOrd="0" presId="urn:microsoft.com/office/officeart/2018/5/layout/IconLeafLabelList"/>
    <dgm:cxn modelId="{260B5457-95A3-49AE-8508-B8A03D11F6DF}" type="presParOf" srcId="{1C9CCC60-91BE-48E5-8022-9F962A9E1CEE}" destId="{3A6FBE03-E024-4618-8C2A-223427B471BA}" srcOrd="2" destOrd="0" presId="urn:microsoft.com/office/officeart/2018/5/layout/IconLeafLabelList"/>
    <dgm:cxn modelId="{247F4B73-13A1-4903-81E3-A6F376C47D45}" type="presParOf" srcId="{1C9CCC60-91BE-48E5-8022-9F962A9E1CEE}" destId="{52D4029E-007A-4358-8E8C-D08C376B060D}" srcOrd="3" destOrd="0" presId="urn:microsoft.com/office/officeart/2018/5/layout/IconLeafLabelList"/>
    <dgm:cxn modelId="{EC27CF49-A4BC-401C-A2FA-3F12C839A458}" type="presParOf" srcId="{61BBD825-C791-48F6-ADF8-B665A20A7664}" destId="{6E3613F1-5054-4BEA-A748-88A20B352F0F}" srcOrd="3" destOrd="0" presId="urn:microsoft.com/office/officeart/2018/5/layout/IconLeafLabelList"/>
    <dgm:cxn modelId="{39945FE1-C0D9-4077-9FA5-1C2FBE946A9A}" type="presParOf" srcId="{61BBD825-C791-48F6-ADF8-B665A20A7664}" destId="{3A2D3AB6-D920-4532-ADA3-F2951B911EF5}" srcOrd="4" destOrd="0" presId="urn:microsoft.com/office/officeart/2018/5/layout/IconLeafLabelList"/>
    <dgm:cxn modelId="{144DE18D-68F0-47D8-B4BD-06F9D3404E8F}" type="presParOf" srcId="{3A2D3AB6-D920-4532-ADA3-F2951B911EF5}" destId="{2F7052DF-FDDD-4D7D-A766-A5EC34E49A43}" srcOrd="0" destOrd="0" presId="urn:microsoft.com/office/officeart/2018/5/layout/IconLeafLabelList"/>
    <dgm:cxn modelId="{EAE04BBE-440F-452C-840D-8DFAEEDFC660}" type="presParOf" srcId="{3A2D3AB6-D920-4532-ADA3-F2951B911EF5}" destId="{C775E9AE-4C26-4624-8DC9-24953EE5A97A}" srcOrd="1" destOrd="0" presId="urn:microsoft.com/office/officeart/2018/5/layout/IconLeafLabelList"/>
    <dgm:cxn modelId="{1D9AB90A-E8F8-45C7-8E2C-B52BD6A7200E}" type="presParOf" srcId="{3A2D3AB6-D920-4532-ADA3-F2951B911EF5}" destId="{53135774-05A4-472A-AB9F-C6E663E57DD7}" srcOrd="2" destOrd="0" presId="urn:microsoft.com/office/officeart/2018/5/layout/IconLeafLabelList"/>
    <dgm:cxn modelId="{221D4950-C2E5-4005-9841-19650BFD02D5}" type="presParOf" srcId="{3A2D3AB6-D920-4532-ADA3-F2951B911EF5}" destId="{39E6C51C-7EF1-4D83-B675-531AEFE92913}" srcOrd="3" destOrd="0" presId="urn:microsoft.com/office/officeart/2018/5/layout/IconLeafLabelList"/>
    <dgm:cxn modelId="{E2FD369B-255E-4240-AD1B-132B30E0C504}" type="presParOf" srcId="{61BBD825-C791-48F6-ADF8-B665A20A7664}" destId="{AFA35F18-589A-4ADC-B625-67ECA6055E27}" srcOrd="5" destOrd="0" presId="urn:microsoft.com/office/officeart/2018/5/layout/IconLeafLabelList"/>
    <dgm:cxn modelId="{03494762-F981-4E3F-B10D-1BA30D6422C4}" type="presParOf" srcId="{61BBD825-C791-48F6-ADF8-B665A20A7664}" destId="{9AC84BCF-12A8-4BA6-9B40-997B2A751004}" srcOrd="6" destOrd="0" presId="urn:microsoft.com/office/officeart/2018/5/layout/IconLeafLabelList"/>
    <dgm:cxn modelId="{B13023E8-0F12-4EF2-A625-59C030DA02DF}" type="presParOf" srcId="{9AC84BCF-12A8-4BA6-9B40-997B2A751004}" destId="{254C8F68-AC1A-476F-9D19-88E1E02B33DD}" srcOrd="0" destOrd="0" presId="urn:microsoft.com/office/officeart/2018/5/layout/IconLeafLabelList"/>
    <dgm:cxn modelId="{666CC075-1094-45D8-A999-7FA9D9D7A006}" type="presParOf" srcId="{9AC84BCF-12A8-4BA6-9B40-997B2A751004}" destId="{EC473A72-DC73-415C-8B5C-6AD099AB15B5}" srcOrd="1" destOrd="0" presId="urn:microsoft.com/office/officeart/2018/5/layout/IconLeafLabelList"/>
    <dgm:cxn modelId="{1B5DA1F7-E5B4-4759-8514-D843CF2717DD}" type="presParOf" srcId="{9AC84BCF-12A8-4BA6-9B40-997B2A751004}" destId="{34221346-66D9-421B-81F9-F9871B05A885}" srcOrd="2" destOrd="0" presId="urn:microsoft.com/office/officeart/2018/5/layout/IconLeafLabelList"/>
    <dgm:cxn modelId="{006DA4B9-CBEC-4D24-A795-5E05C2F8F3BA}" type="presParOf" srcId="{9AC84BCF-12A8-4BA6-9B40-997B2A751004}" destId="{0BED8EBC-5811-42A6-A8F3-A7F66E80D0E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51D04AE-3BD4-4BC5-9EAF-ABEF610E4BA0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B7E5A9-4454-47BC-8B23-099EBFEC5C02}">
      <dgm:prSet/>
      <dgm:spPr/>
      <dgm:t>
        <a:bodyPr/>
        <a:lstStyle/>
        <a:p>
          <a:r>
            <a:rPr lang="en-US"/>
            <a:t>Serialize pipeline (preprocessor + model)</a:t>
          </a:r>
        </a:p>
      </dgm:t>
    </dgm:pt>
    <dgm:pt modelId="{8A761A21-48CD-4875-9D56-44F79E548879}" type="parTrans" cxnId="{A8623B78-B94C-4024-B67F-71B4FC02D213}">
      <dgm:prSet/>
      <dgm:spPr/>
      <dgm:t>
        <a:bodyPr/>
        <a:lstStyle/>
        <a:p>
          <a:endParaRPr lang="en-US"/>
        </a:p>
      </dgm:t>
    </dgm:pt>
    <dgm:pt modelId="{1DE753AA-AADC-4FFB-A1D6-D1B1D0F992C0}" type="sibTrans" cxnId="{A8623B78-B94C-4024-B67F-71B4FC02D213}">
      <dgm:prSet/>
      <dgm:spPr/>
      <dgm:t>
        <a:bodyPr/>
        <a:lstStyle/>
        <a:p>
          <a:endParaRPr lang="en-US"/>
        </a:p>
      </dgm:t>
    </dgm:pt>
    <dgm:pt modelId="{DFCAB6B5-99E2-4C64-91C0-DC32C1EBE7B2}">
      <dgm:prSet/>
      <dgm:spPr/>
      <dgm:t>
        <a:bodyPr/>
        <a:lstStyle/>
        <a:p>
          <a:r>
            <a:rPr lang="en-US"/>
            <a:t>Use joblib/pickle</a:t>
          </a:r>
        </a:p>
      </dgm:t>
    </dgm:pt>
    <dgm:pt modelId="{E847F062-715F-4518-B64C-A03FA69137B2}" type="parTrans" cxnId="{B07FF8DB-5108-4E39-9DB5-75AD0BE1D4A2}">
      <dgm:prSet/>
      <dgm:spPr/>
      <dgm:t>
        <a:bodyPr/>
        <a:lstStyle/>
        <a:p>
          <a:endParaRPr lang="en-US"/>
        </a:p>
      </dgm:t>
    </dgm:pt>
    <dgm:pt modelId="{2D2D1AD2-D14E-4CCD-9BCC-9C550A5ADFA8}" type="sibTrans" cxnId="{B07FF8DB-5108-4E39-9DB5-75AD0BE1D4A2}">
      <dgm:prSet/>
      <dgm:spPr/>
      <dgm:t>
        <a:bodyPr/>
        <a:lstStyle/>
        <a:p>
          <a:endParaRPr lang="en-US"/>
        </a:p>
      </dgm:t>
    </dgm:pt>
    <dgm:pt modelId="{7746A785-7B89-450F-A12A-43D2E34B9317}">
      <dgm:prSet/>
      <dgm:spPr/>
      <dgm:t>
        <a:bodyPr/>
        <a:lstStyle/>
        <a:p>
          <a:r>
            <a:rPr lang="en-US"/>
            <a:t>Ensure consistent preprocessing at inference</a:t>
          </a:r>
        </a:p>
      </dgm:t>
    </dgm:pt>
    <dgm:pt modelId="{FB3F5E78-8FFC-44C6-B9FA-7A0DBCC9A8A4}" type="parTrans" cxnId="{2FDBED43-C023-4071-96AA-2D3698716A2A}">
      <dgm:prSet/>
      <dgm:spPr/>
      <dgm:t>
        <a:bodyPr/>
        <a:lstStyle/>
        <a:p>
          <a:endParaRPr lang="en-US"/>
        </a:p>
      </dgm:t>
    </dgm:pt>
    <dgm:pt modelId="{465BA237-2452-4D5B-9F46-25FA3E47D95F}" type="sibTrans" cxnId="{2FDBED43-C023-4071-96AA-2D3698716A2A}">
      <dgm:prSet/>
      <dgm:spPr/>
      <dgm:t>
        <a:bodyPr/>
        <a:lstStyle/>
        <a:p>
          <a:endParaRPr lang="en-US"/>
        </a:p>
      </dgm:t>
    </dgm:pt>
    <dgm:pt modelId="{F5D804E7-A24C-4469-94DF-DB6E708BDF86}">
      <dgm:prSet/>
      <dgm:spPr/>
      <dgm:t>
        <a:bodyPr/>
        <a:lstStyle/>
        <a:p>
          <a:r>
            <a:rPr lang="en-US"/>
            <a:t>Versioned with MLflow</a:t>
          </a:r>
        </a:p>
      </dgm:t>
    </dgm:pt>
    <dgm:pt modelId="{DAA83C31-0BEE-4CD9-BACE-2B6007B757C2}" type="parTrans" cxnId="{9388DA7D-F229-4096-89DE-15A6105D4501}">
      <dgm:prSet/>
      <dgm:spPr/>
      <dgm:t>
        <a:bodyPr/>
        <a:lstStyle/>
        <a:p>
          <a:endParaRPr lang="en-US"/>
        </a:p>
      </dgm:t>
    </dgm:pt>
    <dgm:pt modelId="{AAC6E22E-6B9A-48CE-A7DB-D57087FFD770}" type="sibTrans" cxnId="{9388DA7D-F229-4096-89DE-15A6105D4501}">
      <dgm:prSet/>
      <dgm:spPr/>
      <dgm:t>
        <a:bodyPr/>
        <a:lstStyle/>
        <a:p>
          <a:endParaRPr lang="en-US"/>
        </a:p>
      </dgm:t>
    </dgm:pt>
    <dgm:pt modelId="{C1063A30-7B73-1F4A-B20D-B03EEFE778FA}" type="pres">
      <dgm:prSet presAssocID="{351D04AE-3BD4-4BC5-9EAF-ABEF610E4BA0}" presName="diagram" presStyleCnt="0">
        <dgm:presLayoutVars>
          <dgm:dir/>
          <dgm:resizeHandles val="exact"/>
        </dgm:presLayoutVars>
      </dgm:prSet>
      <dgm:spPr/>
    </dgm:pt>
    <dgm:pt modelId="{0530AB23-84FC-7946-A5D6-E8E9C395B533}" type="pres">
      <dgm:prSet presAssocID="{E8B7E5A9-4454-47BC-8B23-099EBFEC5C02}" presName="arrow" presStyleLbl="node1" presStyleIdx="0" presStyleCnt="4">
        <dgm:presLayoutVars>
          <dgm:bulletEnabled val="1"/>
        </dgm:presLayoutVars>
      </dgm:prSet>
      <dgm:spPr/>
    </dgm:pt>
    <dgm:pt modelId="{45126881-0EED-C948-B6FE-24EFC33B2A85}" type="pres">
      <dgm:prSet presAssocID="{DFCAB6B5-99E2-4C64-91C0-DC32C1EBE7B2}" presName="arrow" presStyleLbl="node1" presStyleIdx="1" presStyleCnt="4">
        <dgm:presLayoutVars>
          <dgm:bulletEnabled val="1"/>
        </dgm:presLayoutVars>
      </dgm:prSet>
      <dgm:spPr/>
    </dgm:pt>
    <dgm:pt modelId="{3B5FD3B1-84BB-E148-831E-7EE85AC50DB6}" type="pres">
      <dgm:prSet presAssocID="{7746A785-7B89-450F-A12A-43D2E34B9317}" presName="arrow" presStyleLbl="node1" presStyleIdx="2" presStyleCnt="4">
        <dgm:presLayoutVars>
          <dgm:bulletEnabled val="1"/>
        </dgm:presLayoutVars>
      </dgm:prSet>
      <dgm:spPr/>
    </dgm:pt>
    <dgm:pt modelId="{170DC539-B4BB-D448-A807-D515C29B560E}" type="pres">
      <dgm:prSet presAssocID="{F5D804E7-A24C-4469-94DF-DB6E708BDF86}" presName="arrow" presStyleLbl="node1" presStyleIdx="3" presStyleCnt="4">
        <dgm:presLayoutVars>
          <dgm:bulletEnabled val="1"/>
        </dgm:presLayoutVars>
      </dgm:prSet>
      <dgm:spPr/>
    </dgm:pt>
  </dgm:ptLst>
  <dgm:cxnLst>
    <dgm:cxn modelId="{2FDBED43-C023-4071-96AA-2D3698716A2A}" srcId="{351D04AE-3BD4-4BC5-9EAF-ABEF610E4BA0}" destId="{7746A785-7B89-450F-A12A-43D2E34B9317}" srcOrd="2" destOrd="0" parTransId="{FB3F5E78-8FFC-44C6-B9FA-7A0DBCC9A8A4}" sibTransId="{465BA237-2452-4D5B-9F46-25FA3E47D95F}"/>
    <dgm:cxn modelId="{A8623B78-B94C-4024-B67F-71B4FC02D213}" srcId="{351D04AE-3BD4-4BC5-9EAF-ABEF610E4BA0}" destId="{E8B7E5A9-4454-47BC-8B23-099EBFEC5C02}" srcOrd="0" destOrd="0" parTransId="{8A761A21-48CD-4875-9D56-44F79E548879}" sibTransId="{1DE753AA-AADC-4FFB-A1D6-D1B1D0F992C0}"/>
    <dgm:cxn modelId="{9388DA7D-F229-4096-89DE-15A6105D4501}" srcId="{351D04AE-3BD4-4BC5-9EAF-ABEF610E4BA0}" destId="{F5D804E7-A24C-4469-94DF-DB6E708BDF86}" srcOrd="3" destOrd="0" parTransId="{DAA83C31-0BEE-4CD9-BACE-2B6007B757C2}" sibTransId="{AAC6E22E-6B9A-48CE-A7DB-D57087FFD770}"/>
    <dgm:cxn modelId="{57B2E987-1B4E-0447-8EB2-A939EDF30AF5}" type="presOf" srcId="{351D04AE-3BD4-4BC5-9EAF-ABEF610E4BA0}" destId="{C1063A30-7B73-1F4A-B20D-B03EEFE778FA}" srcOrd="0" destOrd="0" presId="urn:microsoft.com/office/officeart/2005/8/layout/arrow5"/>
    <dgm:cxn modelId="{EDBD2BA6-FBDD-9744-AD05-5720060C22AC}" type="presOf" srcId="{DFCAB6B5-99E2-4C64-91C0-DC32C1EBE7B2}" destId="{45126881-0EED-C948-B6FE-24EFC33B2A85}" srcOrd="0" destOrd="0" presId="urn:microsoft.com/office/officeart/2005/8/layout/arrow5"/>
    <dgm:cxn modelId="{90BFB6CD-16B9-CE40-B21F-C87B4D73CBB9}" type="presOf" srcId="{F5D804E7-A24C-4469-94DF-DB6E708BDF86}" destId="{170DC539-B4BB-D448-A807-D515C29B560E}" srcOrd="0" destOrd="0" presId="urn:microsoft.com/office/officeart/2005/8/layout/arrow5"/>
    <dgm:cxn modelId="{B07FF8DB-5108-4E39-9DB5-75AD0BE1D4A2}" srcId="{351D04AE-3BD4-4BC5-9EAF-ABEF610E4BA0}" destId="{DFCAB6B5-99E2-4C64-91C0-DC32C1EBE7B2}" srcOrd="1" destOrd="0" parTransId="{E847F062-715F-4518-B64C-A03FA69137B2}" sibTransId="{2D2D1AD2-D14E-4CCD-9BCC-9C550A5ADFA8}"/>
    <dgm:cxn modelId="{EF223EE4-4BCE-B04A-A658-0A055D534182}" type="presOf" srcId="{E8B7E5A9-4454-47BC-8B23-099EBFEC5C02}" destId="{0530AB23-84FC-7946-A5D6-E8E9C395B533}" srcOrd="0" destOrd="0" presId="urn:microsoft.com/office/officeart/2005/8/layout/arrow5"/>
    <dgm:cxn modelId="{923C69ED-31AD-2C4F-958A-C68116680A6D}" type="presOf" srcId="{7746A785-7B89-450F-A12A-43D2E34B9317}" destId="{3B5FD3B1-84BB-E148-831E-7EE85AC50DB6}" srcOrd="0" destOrd="0" presId="urn:microsoft.com/office/officeart/2005/8/layout/arrow5"/>
    <dgm:cxn modelId="{D545BB21-DAEB-2540-BA56-D75640BB7C63}" type="presParOf" srcId="{C1063A30-7B73-1F4A-B20D-B03EEFE778FA}" destId="{0530AB23-84FC-7946-A5D6-E8E9C395B533}" srcOrd="0" destOrd="0" presId="urn:microsoft.com/office/officeart/2005/8/layout/arrow5"/>
    <dgm:cxn modelId="{14D25607-E108-534F-9117-74073C0CDC37}" type="presParOf" srcId="{C1063A30-7B73-1F4A-B20D-B03EEFE778FA}" destId="{45126881-0EED-C948-B6FE-24EFC33B2A85}" srcOrd="1" destOrd="0" presId="urn:microsoft.com/office/officeart/2005/8/layout/arrow5"/>
    <dgm:cxn modelId="{76578825-12CD-DB42-9826-EE62A93FC8A3}" type="presParOf" srcId="{C1063A30-7B73-1F4A-B20D-B03EEFE778FA}" destId="{3B5FD3B1-84BB-E148-831E-7EE85AC50DB6}" srcOrd="2" destOrd="0" presId="urn:microsoft.com/office/officeart/2005/8/layout/arrow5"/>
    <dgm:cxn modelId="{B79EC7DB-44AF-E346-B3CF-6CAA9B403FAD}" type="presParOf" srcId="{C1063A30-7B73-1F4A-B20D-B03EEFE778FA}" destId="{170DC539-B4BB-D448-A807-D515C29B560E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1B29D4C-BEA7-4063-9C19-0FFAD042ABF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7E2B0-0C09-437B-95C5-F8DA7FE481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Flask API endpoint for predictions</a:t>
          </a:r>
        </a:p>
      </dgm:t>
    </dgm:pt>
    <dgm:pt modelId="{2EA7A4A7-EF41-4BFB-B4D7-8EBE923E9CEA}" type="parTrans" cxnId="{DEA45E74-A722-42F3-912C-8A19095EE700}">
      <dgm:prSet/>
      <dgm:spPr/>
      <dgm:t>
        <a:bodyPr/>
        <a:lstStyle/>
        <a:p>
          <a:endParaRPr lang="en-US"/>
        </a:p>
      </dgm:t>
    </dgm:pt>
    <dgm:pt modelId="{50F2B5DA-6F4C-405F-8D8B-D07EC674A524}" type="sibTrans" cxnId="{DEA45E74-A722-42F3-912C-8A19095EE700}">
      <dgm:prSet/>
      <dgm:spPr/>
      <dgm:t>
        <a:bodyPr/>
        <a:lstStyle/>
        <a:p>
          <a:endParaRPr lang="en-US"/>
        </a:p>
      </dgm:t>
    </dgm:pt>
    <dgm:pt modelId="{1BB1300D-B7B5-438A-9F9A-9130F71FB8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Docker container for portability</a:t>
          </a:r>
        </a:p>
      </dgm:t>
    </dgm:pt>
    <dgm:pt modelId="{4C0CA825-9A0F-41F7-9C3A-E567A469532B}" type="parTrans" cxnId="{456FEC28-23ED-4280-97F1-A256DC1AC366}">
      <dgm:prSet/>
      <dgm:spPr/>
      <dgm:t>
        <a:bodyPr/>
        <a:lstStyle/>
        <a:p>
          <a:endParaRPr lang="en-US"/>
        </a:p>
      </dgm:t>
    </dgm:pt>
    <dgm:pt modelId="{2A1C366E-9056-4114-9BCA-443E8F4860E0}" type="sibTrans" cxnId="{456FEC28-23ED-4280-97F1-A256DC1AC366}">
      <dgm:prSet/>
      <dgm:spPr/>
      <dgm:t>
        <a:bodyPr/>
        <a:lstStyle/>
        <a:p>
          <a:endParaRPr lang="en-US"/>
        </a:p>
      </dgm:t>
    </dgm:pt>
    <dgm:pt modelId="{7C4708D6-38C7-4559-8DC2-C2630DC270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Request -&gt; preprocess -&gt; predict -&gt; response</a:t>
          </a:r>
        </a:p>
      </dgm:t>
    </dgm:pt>
    <dgm:pt modelId="{96BFF613-2F3F-4FBA-B5B5-E1B85F54F0FA}" type="parTrans" cxnId="{AC47DA7C-ADE1-4685-B65F-1F746B52E7B3}">
      <dgm:prSet/>
      <dgm:spPr/>
      <dgm:t>
        <a:bodyPr/>
        <a:lstStyle/>
        <a:p>
          <a:endParaRPr lang="en-US"/>
        </a:p>
      </dgm:t>
    </dgm:pt>
    <dgm:pt modelId="{8468B334-7785-4B7D-BA6F-7CB16242E12D}" type="sibTrans" cxnId="{AC47DA7C-ADE1-4685-B65F-1F746B52E7B3}">
      <dgm:prSet/>
      <dgm:spPr/>
      <dgm:t>
        <a:bodyPr/>
        <a:lstStyle/>
        <a:p>
          <a:endParaRPr lang="en-US"/>
        </a:p>
      </dgm:t>
    </dgm:pt>
    <dgm:pt modelId="{F3E75DD6-66D2-421A-942F-2CAB41387C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Ready for integration into systems</a:t>
          </a:r>
        </a:p>
      </dgm:t>
    </dgm:pt>
    <dgm:pt modelId="{9901EC2C-073E-45A6-A6FC-84F19E21B7AD}" type="parTrans" cxnId="{E15E4303-879D-483E-BB78-F156A825E389}">
      <dgm:prSet/>
      <dgm:spPr/>
      <dgm:t>
        <a:bodyPr/>
        <a:lstStyle/>
        <a:p>
          <a:endParaRPr lang="en-US"/>
        </a:p>
      </dgm:t>
    </dgm:pt>
    <dgm:pt modelId="{DBA34B5C-DCC4-456F-94EA-473895343263}" type="sibTrans" cxnId="{E15E4303-879D-483E-BB78-F156A825E389}">
      <dgm:prSet/>
      <dgm:spPr/>
      <dgm:t>
        <a:bodyPr/>
        <a:lstStyle/>
        <a:p>
          <a:endParaRPr lang="en-US"/>
        </a:p>
      </dgm:t>
    </dgm:pt>
    <dgm:pt modelId="{70713B0E-E82E-4A31-87D2-DE9046E4BA10}" type="pres">
      <dgm:prSet presAssocID="{01B29D4C-BEA7-4063-9C19-0FFAD042ABF5}" presName="root" presStyleCnt="0">
        <dgm:presLayoutVars>
          <dgm:dir/>
          <dgm:resizeHandles val="exact"/>
        </dgm:presLayoutVars>
      </dgm:prSet>
      <dgm:spPr/>
    </dgm:pt>
    <dgm:pt modelId="{D6F12974-82CA-4AC6-953E-97496665E5B6}" type="pres">
      <dgm:prSet presAssocID="{9017E2B0-0C09-437B-95C5-F8DA7FE4811E}" presName="compNode" presStyleCnt="0"/>
      <dgm:spPr/>
    </dgm:pt>
    <dgm:pt modelId="{6DD8AE76-D7C0-4987-A994-09C0A9E21698}" type="pres">
      <dgm:prSet presAssocID="{9017E2B0-0C09-437B-95C5-F8DA7FE4811E}" presName="bgRect" presStyleLbl="bgShp" presStyleIdx="0" presStyleCnt="4"/>
      <dgm:spPr/>
    </dgm:pt>
    <dgm:pt modelId="{E6F459CA-63F6-49B6-BCE0-F27C4EECD088}" type="pres">
      <dgm:prSet presAssocID="{9017E2B0-0C09-437B-95C5-F8DA7FE4811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1F01A6DA-3EA9-41A3-A9FC-31A87CEC8D31}" type="pres">
      <dgm:prSet presAssocID="{9017E2B0-0C09-437B-95C5-F8DA7FE4811E}" presName="spaceRect" presStyleCnt="0"/>
      <dgm:spPr/>
    </dgm:pt>
    <dgm:pt modelId="{49330597-3BAD-4AF1-8B3A-00A5E351DFAF}" type="pres">
      <dgm:prSet presAssocID="{9017E2B0-0C09-437B-95C5-F8DA7FE4811E}" presName="parTx" presStyleLbl="revTx" presStyleIdx="0" presStyleCnt="4">
        <dgm:presLayoutVars>
          <dgm:chMax val="0"/>
          <dgm:chPref val="0"/>
        </dgm:presLayoutVars>
      </dgm:prSet>
      <dgm:spPr/>
    </dgm:pt>
    <dgm:pt modelId="{1628B325-B86C-42AC-B079-D6A263E82408}" type="pres">
      <dgm:prSet presAssocID="{50F2B5DA-6F4C-405F-8D8B-D07EC674A524}" presName="sibTrans" presStyleCnt="0"/>
      <dgm:spPr/>
    </dgm:pt>
    <dgm:pt modelId="{22B7FD55-6409-42B6-B6B4-B3707A7625AA}" type="pres">
      <dgm:prSet presAssocID="{1BB1300D-B7B5-438A-9F9A-9130F71FB81F}" presName="compNode" presStyleCnt="0"/>
      <dgm:spPr/>
    </dgm:pt>
    <dgm:pt modelId="{C3DAEEA4-E427-493A-8245-E43F5DFE4469}" type="pres">
      <dgm:prSet presAssocID="{1BB1300D-B7B5-438A-9F9A-9130F71FB81F}" presName="bgRect" presStyleLbl="bgShp" presStyleIdx="1" presStyleCnt="4"/>
      <dgm:spPr/>
    </dgm:pt>
    <dgm:pt modelId="{A57F322A-E068-4AED-B318-56984F4531A8}" type="pres">
      <dgm:prSet presAssocID="{1BB1300D-B7B5-438A-9F9A-9130F71FB81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56EB47C-5CAA-4E8F-8688-75A18CA66074}" type="pres">
      <dgm:prSet presAssocID="{1BB1300D-B7B5-438A-9F9A-9130F71FB81F}" presName="spaceRect" presStyleCnt="0"/>
      <dgm:spPr/>
    </dgm:pt>
    <dgm:pt modelId="{E56F263F-A39E-4167-875C-755972F4FD0E}" type="pres">
      <dgm:prSet presAssocID="{1BB1300D-B7B5-438A-9F9A-9130F71FB81F}" presName="parTx" presStyleLbl="revTx" presStyleIdx="1" presStyleCnt="4">
        <dgm:presLayoutVars>
          <dgm:chMax val="0"/>
          <dgm:chPref val="0"/>
        </dgm:presLayoutVars>
      </dgm:prSet>
      <dgm:spPr/>
    </dgm:pt>
    <dgm:pt modelId="{8DAC5B33-BD14-4E0C-99EF-8FB9C31BB0A6}" type="pres">
      <dgm:prSet presAssocID="{2A1C366E-9056-4114-9BCA-443E8F4860E0}" presName="sibTrans" presStyleCnt="0"/>
      <dgm:spPr/>
    </dgm:pt>
    <dgm:pt modelId="{6A302028-0899-4040-BE8B-F4CECF8C633F}" type="pres">
      <dgm:prSet presAssocID="{7C4708D6-38C7-4559-8DC2-C2630DC270F6}" presName="compNode" presStyleCnt="0"/>
      <dgm:spPr/>
    </dgm:pt>
    <dgm:pt modelId="{10333A98-F432-4123-9097-7BBDF6A5BAC0}" type="pres">
      <dgm:prSet presAssocID="{7C4708D6-38C7-4559-8DC2-C2630DC270F6}" presName="bgRect" presStyleLbl="bgShp" presStyleIdx="2" presStyleCnt="4"/>
      <dgm:spPr/>
    </dgm:pt>
    <dgm:pt modelId="{0B00DE6D-DDA9-4426-87D2-BAD89FC8D1AE}" type="pres">
      <dgm:prSet presAssocID="{7C4708D6-38C7-4559-8DC2-C2630DC270F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D0A8F5B-20B1-4257-95D1-4E7C967B21F8}" type="pres">
      <dgm:prSet presAssocID="{7C4708D6-38C7-4559-8DC2-C2630DC270F6}" presName="spaceRect" presStyleCnt="0"/>
      <dgm:spPr/>
    </dgm:pt>
    <dgm:pt modelId="{5CD71988-F8D0-4E47-9FA1-5C48B62FAD11}" type="pres">
      <dgm:prSet presAssocID="{7C4708D6-38C7-4559-8DC2-C2630DC270F6}" presName="parTx" presStyleLbl="revTx" presStyleIdx="2" presStyleCnt="4">
        <dgm:presLayoutVars>
          <dgm:chMax val="0"/>
          <dgm:chPref val="0"/>
        </dgm:presLayoutVars>
      </dgm:prSet>
      <dgm:spPr/>
    </dgm:pt>
    <dgm:pt modelId="{929EAE3C-7908-47AD-9AF0-4FFFB0256A4E}" type="pres">
      <dgm:prSet presAssocID="{8468B334-7785-4B7D-BA6F-7CB16242E12D}" presName="sibTrans" presStyleCnt="0"/>
      <dgm:spPr/>
    </dgm:pt>
    <dgm:pt modelId="{4F5025E0-D035-4735-ACE3-9DDC3421EE6E}" type="pres">
      <dgm:prSet presAssocID="{F3E75DD6-66D2-421A-942F-2CAB41387C73}" presName="compNode" presStyleCnt="0"/>
      <dgm:spPr/>
    </dgm:pt>
    <dgm:pt modelId="{5E7413FC-DB10-4346-ADA0-BAB6D6636EC9}" type="pres">
      <dgm:prSet presAssocID="{F3E75DD6-66D2-421A-942F-2CAB41387C73}" presName="bgRect" presStyleLbl="bgShp" presStyleIdx="3" presStyleCnt="4"/>
      <dgm:spPr/>
    </dgm:pt>
    <dgm:pt modelId="{6AF50104-5650-45F6-B8AC-DAE895A8A8FE}" type="pres">
      <dgm:prSet presAssocID="{F3E75DD6-66D2-421A-942F-2CAB41387C7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C5D0E81-9CA1-4E2B-831E-5183F85CBF61}" type="pres">
      <dgm:prSet presAssocID="{F3E75DD6-66D2-421A-942F-2CAB41387C73}" presName="spaceRect" presStyleCnt="0"/>
      <dgm:spPr/>
    </dgm:pt>
    <dgm:pt modelId="{1EE4C637-8907-40AE-BC06-C23F5E38C369}" type="pres">
      <dgm:prSet presAssocID="{F3E75DD6-66D2-421A-942F-2CAB41387C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15E4303-879D-483E-BB78-F156A825E389}" srcId="{01B29D4C-BEA7-4063-9C19-0FFAD042ABF5}" destId="{F3E75DD6-66D2-421A-942F-2CAB41387C73}" srcOrd="3" destOrd="0" parTransId="{9901EC2C-073E-45A6-A6FC-84F19E21B7AD}" sibTransId="{DBA34B5C-DCC4-456F-94EA-473895343263}"/>
    <dgm:cxn modelId="{00A8B01A-C5B2-42DB-8A3A-6C48165474FD}" type="presOf" srcId="{7C4708D6-38C7-4559-8DC2-C2630DC270F6}" destId="{5CD71988-F8D0-4E47-9FA1-5C48B62FAD11}" srcOrd="0" destOrd="0" presId="urn:microsoft.com/office/officeart/2018/2/layout/IconVerticalSolidList"/>
    <dgm:cxn modelId="{F0711320-20D9-417F-B2A7-31F1B0761723}" type="presOf" srcId="{1BB1300D-B7B5-438A-9F9A-9130F71FB81F}" destId="{E56F263F-A39E-4167-875C-755972F4FD0E}" srcOrd="0" destOrd="0" presId="urn:microsoft.com/office/officeart/2018/2/layout/IconVerticalSolidList"/>
    <dgm:cxn modelId="{456FEC28-23ED-4280-97F1-A256DC1AC366}" srcId="{01B29D4C-BEA7-4063-9C19-0FFAD042ABF5}" destId="{1BB1300D-B7B5-438A-9F9A-9130F71FB81F}" srcOrd="1" destOrd="0" parTransId="{4C0CA825-9A0F-41F7-9C3A-E567A469532B}" sibTransId="{2A1C366E-9056-4114-9BCA-443E8F4860E0}"/>
    <dgm:cxn modelId="{B5EDD45D-5668-4BBE-B118-B49874DF9DC2}" type="presOf" srcId="{9017E2B0-0C09-437B-95C5-F8DA7FE4811E}" destId="{49330597-3BAD-4AF1-8B3A-00A5E351DFAF}" srcOrd="0" destOrd="0" presId="urn:microsoft.com/office/officeart/2018/2/layout/IconVerticalSolidList"/>
    <dgm:cxn modelId="{DEA45E74-A722-42F3-912C-8A19095EE700}" srcId="{01B29D4C-BEA7-4063-9C19-0FFAD042ABF5}" destId="{9017E2B0-0C09-437B-95C5-F8DA7FE4811E}" srcOrd="0" destOrd="0" parTransId="{2EA7A4A7-EF41-4BFB-B4D7-8EBE923E9CEA}" sibTransId="{50F2B5DA-6F4C-405F-8D8B-D07EC674A524}"/>
    <dgm:cxn modelId="{AC47DA7C-ADE1-4685-B65F-1F746B52E7B3}" srcId="{01B29D4C-BEA7-4063-9C19-0FFAD042ABF5}" destId="{7C4708D6-38C7-4559-8DC2-C2630DC270F6}" srcOrd="2" destOrd="0" parTransId="{96BFF613-2F3F-4FBA-B5B5-E1B85F54F0FA}" sibTransId="{8468B334-7785-4B7D-BA6F-7CB16242E12D}"/>
    <dgm:cxn modelId="{F743FDB3-F187-4B21-95DB-DB477BFDF1EF}" type="presOf" srcId="{01B29D4C-BEA7-4063-9C19-0FFAD042ABF5}" destId="{70713B0E-E82E-4A31-87D2-DE9046E4BA10}" srcOrd="0" destOrd="0" presId="urn:microsoft.com/office/officeart/2018/2/layout/IconVerticalSolidList"/>
    <dgm:cxn modelId="{72CCF3D3-471A-497D-80C0-49AE5B7CE905}" type="presOf" srcId="{F3E75DD6-66D2-421A-942F-2CAB41387C73}" destId="{1EE4C637-8907-40AE-BC06-C23F5E38C369}" srcOrd="0" destOrd="0" presId="urn:microsoft.com/office/officeart/2018/2/layout/IconVerticalSolidList"/>
    <dgm:cxn modelId="{7B0A7656-E81B-4EE2-8E63-66FAEAD85C2E}" type="presParOf" srcId="{70713B0E-E82E-4A31-87D2-DE9046E4BA10}" destId="{D6F12974-82CA-4AC6-953E-97496665E5B6}" srcOrd="0" destOrd="0" presId="urn:microsoft.com/office/officeart/2018/2/layout/IconVerticalSolidList"/>
    <dgm:cxn modelId="{2591B51F-3C5A-44CC-838E-630F8DDF7331}" type="presParOf" srcId="{D6F12974-82CA-4AC6-953E-97496665E5B6}" destId="{6DD8AE76-D7C0-4987-A994-09C0A9E21698}" srcOrd="0" destOrd="0" presId="urn:microsoft.com/office/officeart/2018/2/layout/IconVerticalSolidList"/>
    <dgm:cxn modelId="{8B4EF8D1-DE92-4716-8627-D7429288A5C5}" type="presParOf" srcId="{D6F12974-82CA-4AC6-953E-97496665E5B6}" destId="{E6F459CA-63F6-49B6-BCE0-F27C4EECD088}" srcOrd="1" destOrd="0" presId="urn:microsoft.com/office/officeart/2018/2/layout/IconVerticalSolidList"/>
    <dgm:cxn modelId="{6F83D286-8409-42F9-88C1-E6A6AE291746}" type="presParOf" srcId="{D6F12974-82CA-4AC6-953E-97496665E5B6}" destId="{1F01A6DA-3EA9-41A3-A9FC-31A87CEC8D31}" srcOrd="2" destOrd="0" presId="urn:microsoft.com/office/officeart/2018/2/layout/IconVerticalSolidList"/>
    <dgm:cxn modelId="{35BDBA6E-453C-43A0-9B08-753D453449B9}" type="presParOf" srcId="{D6F12974-82CA-4AC6-953E-97496665E5B6}" destId="{49330597-3BAD-4AF1-8B3A-00A5E351DFAF}" srcOrd="3" destOrd="0" presId="urn:microsoft.com/office/officeart/2018/2/layout/IconVerticalSolidList"/>
    <dgm:cxn modelId="{9343AAC5-9E3A-4C64-A832-9954C97A0E27}" type="presParOf" srcId="{70713B0E-E82E-4A31-87D2-DE9046E4BA10}" destId="{1628B325-B86C-42AC-B079-D6A263E82408}" srcOrd="1" destOrd="0" presId="urn:microsoft.com/office/officeart/2018/2/layout/IconVerticalSolidList"/>
    <dgm:cxn modelId="{53F53408-50D4-4088-BE66-7770F035653E}" type="presParOf" srcId="{70713B0E-E82E-4A31-87D2-DE9046E4BA10}" destId="{22B7FD55-6409-42B6-B6B4-B3707A7625AA}" srcOrd="2" destOrd="0" presId="urn:microsoft.com/office/officeart/2018/2/layout/IconVerticalSolidList"/>
    <dgm:cxn modelId="{3FD3F0DD-137B-4426-9EB9-641839DA79B7}" type="presParOf" srcId="{22B7FD55-6409-42B6-B6B4-B3707A7625AA}" destId="{C3DAEEA4-E427-493A-8245-E43F5DFE4469}" srcOrd="0" destOrd="0" presId="urn:microsoft.com/office/officeart/2018/2/layout/IconVerticalSolidList"/>
    <dgm:cxn modelId="{1B83E28C-35AB-4737-885C-0241D576BA0C}" type="presParOf" srcId="{22B7FD55-6409-42B6-B6B4-B3707A7625AA}" destId="{A57F322A-E068-4AED-B318-56984F4531A8}" srcOrd="1" destOrd="0" presId="urn:microsoft.com/office/officeart/2018/2/layout/IconVerticalSolidList"/>
    <dgm:cxn modelId="{F53687D8-3046-420A-866A-9B7426E3927A}" type="presParOf" srcId="{22B7FD55-6409-42B6-B6B4-B3707A7625AA}" destId="{356EB47C-5CAA-4E8F-8688-75A18CA66074}" srcOrd="2" destOrd="0" presId="urn:microsoft.com/office/officeart/2018/2/layout/IconVerticalSolidList"/>
    <dgm:cxn modelId="{99DE2C3F-5098-4C67-8510-D230CC601DDF}" type="presParOf" srcId="{22B7FD55-6409-42B6-B6B4-B3707A7625AA}" destId="{E56F263F-A39E-4167-875C-755972F4FD0E}" srcOrd="3" destOrd="0" presId="urn:microsoft.com/office/officeart/2018/2/layout/IconVerticalSolidList"/>
    <dgm:cxn modelId="{35DD2988-446E-4756-824B-1A3976FFDA81}" type="presParOf" srcId="{70713B0E-E82E-4A31-87D2-DE9046E4BA10}" destId="{8DAC5B33-BD14-4E0C-99EF-8FB9C31BB0A6}" srcOrd="3" destOrd="0" presId="urn:microsoft.com/office/officeart/2018/2/layout/IconVerticalSolidList"/>
    <dgm:cxn modelId="{6E25EBA3-AAA1-42FD-9200-FAEF15DDA466}" type="presParOf" srcId="{70713B0E-E82E-4A31-87D2-DE9046E4BA10}" destId="{6A302028-0899-4040-BE8B-F4CECF8C633F}" srcOrd="4" destOrd="0" presId="urn:microsoft.com/office/officeart/2018/2/layout/IconVerticalSolidList"/>
    <dgm:cxn modelId="{DBA756BC-F623-413D-AC93-1A77C4B38710}" type="presParOf" srcId="{6A302028-0899-4040-BE8B-F4CECF8C633F}" destId="{10333A98-F432-4123-9097-7BBDF6A5BAC0}" srcOrd="0" destOrd="0" presId="urn:microsoft.com/office/officeart/2018/2/layout/IconVerticalSolidList"/>
    <dgm:cxn modelId="{FD176452-3A6C-4697-B8CA-7840EB9F23CB}" type="presParOf" srcId="{6A302028-0899-4040-BE8B-F4CECF8C633F}" destId="{0B00DE6D-DDA9-4426-87D2-BAD89FC8D1AE}" srcOrd="1" destOrd="0" presId="urn:microsoft.com/office/officeart/2018/2/layout/IconVerticalSolidList"/>
    <dgm:cxn modelId="{5132146B-5AC0-48DF-89BD-5716C80F3116}" type="presParOf" srcId="{6A302028-0899-4040-BE8B-F4CECF8C633F}" destId="{ED0A8F5B-20B1-4257-95D1-4E7C967B21F8}" srcOrd="2" destOrd="0" presId="urn:microsoft.com/office/officeart/2018/2/layout/IconVerticalSolidList"/>
    <dgm:cxn modelId="{85DAB855-05D8-4EB8-AF31-B8A6A6FE23A0}" type="presParOf" srcId="{6A302028-0899-4040-BE8B-F4CECF8C633F}" destId="{5CD71988-F8D0-4E47-9FA1-5C48B62FAD11}" srcOrd="3" destOrd="0" presId="urn:microsoft.com/office/officeart/2018/2/layout/IconVerticalSolidList"/>
    <dgm:cxn modelId="{BFF3A038-44C9-4A06-9511-CDB6E0E8F915}" type="presParOf" srcId="{70713B0E-E82E-4A31-87D2-DE9046E4BA10}" destId="{929EAE3C-7908-47AD-9AF0-4FFFB0256A4E}" srcOrd="5" destOrd="0" presId="urn:microsoft.com/office/officeart/2018/2/layout/IconVerticalSolidList"/>
    <dgm:cxn modelId="{4EA82E0A-0806-454A-B32B-7F82F00E2356}" type="presParOf" srcId="{70713B0E-E82E-4A31-87D2-DE9046E4BA10}" destId="{4F5025E0-D035-4735-ACE3-9DDC3421EE6E}" srcOrd="6" destOrd="0" presId="urn:microsoft.com/office/officeart/2018/2/layout/IconVerticalSolidList"/>
    <dgm:cxn modelId="{355D8526-5B21-43F7-8038-040EFFD2FADB}" type="presParOf" srcId="{4F5025E0-D035-4735-ACE3-9DDC3421EE6E}" destId="{5E7413FC-DB10-4346-ADA0-BAB6D6636EC9}" srcOrd="0" destOrd="0" presId="urn:microsoft.com/office/officeart/2018/2/layout/IconVerticalSolidList"/>
    <dgm:cxn modelId="{41B54353-A207-40A5-8762-BC98C2AD015E}" type="presParOf" srcId="{4F5025E0-D035-4735-ACE3-9DDC3421EE6E}" destId="{6AF50104-5650-45F6-B8AC-DAE895A8A8FE}" srcOrd="1" destOrd="0" presId="urn:microsoft.com/office/officeart/2018/2/layout/IconVerticalSolidList"/>
    <dgm:cxn modelId="{F5301CFF-448B-4532-A361-B858FD75F4C3}" type="presParOf" srcId="{4F5025E0-D035-4735-ACE3-9DDC3421EE6E}" destId="{4C5D0E81-9CA1-4E2B-831E-5183F85CBF61}" srcOrd="2" destOrd="0" presId="urn:microsoft.com/office/officeart/2018/2/layout/IconVerticalSolidList"/>
    <dgm:cxn modelId="{9A5823EB-E798-4AB7-9A9A-3BB0F536D780}" type="presParOf" srcId="{4F5025E0-D035-4735-ACE3-9DDC3421EE6E}" destId="{1EE4C637-8907-40AE-BC06-C23F5E38C3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DD8A6BA-4771-45F6-B2F5-BEB1296413E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B66139-280E-4BED-98E0-965DD0647E86}">
      <dgm:prSet/>
      <dgm:spPr/>
      <dgm:t>
        <a:bodyPr/>
        <a:lstStyle/>
        <a:p>
          <a:r>
            <a:rPr lang="en-US"/>
            <a:t>Class imbalance persists (~37% positive)</a:t>
          </a:r>
        </a:p>
      </dgm:t>
    </dgm:pt>
    <dgm:pt modelId="{4F6E4B35-41DB-4F8F-A49B-0BE694EC7989}" type="parTrans" cxnId="{DD63B11A-E87B-447E-B4EC-105285DD5E79}">
      <dgm:prSet/>
      <dgm:spPr/>
      <dgm:t>
        <a:bodyPr/>
        <a:lstStyle/>
        <a:p>
          <a:endParaRPr lang="en-US"/>
        </a:p>
      </dgm:t>
    </dgm:pt>
    <dgm:pt modelId="{EC43E367-26C4-4630-AAFB-FF5D0C21754C}" type="sibTrans" cxnId="{DD63B11A-E87B-447E-B4EC-105285DD5E79}">
      <dgm:prSet/>
      <dgm:spPr/>
      <dgm:t>
        <a:bodyPr/>
        <a:lstStyle/>
        <a:p>
          <a:endParaRPr lang="en-US"/>
        </a:p>
      </dgm:t>
    </dgm:pt>
    <dgm:pt modelId="{6EF60425-7AF2-4915-8E24-C00F2DAB4D0B}">
      <dgm:prSet/>
      <dgm:spPr/>
      <dgm:t>
        <a:bodyPr/>
        <a:lstStyle/>
        <a:p>
          <a:r>
            <a:rPr lang="en-US"/>
            <a:t>Duplicate rows present (documented)</a:t>
          </a:r>
        </a:p>
      </dgm:t>
    </dgm:pt>
    <dgm:pt modelId="{2CD8201B-E716-4BD2-A437-F653D91CBBE4}" type="parTrans" cxnId="{3D72E63D-95AA-476C-A8DA-542930AE6BF3}">
      <dgm:prSet/>
      <dgm:spPr/>
      <dgm:t>
        <a:bodyPr/>
        <a:lstStyle/>
        <a:p>
          <a:endParaRPr lang="en-US"/>
        </a:p>
      </dgm:t>
    </dgm:pt>
    <dgm:pt modelId="{9DA935EF-D2E6-4AD5-9BD6-97ED7D9675CE}" type="sibTrans" cxnId="{3D72E63D-95AA-476C-A8DA-542930AE6BF3}">
      <dgm:prSet/>
      <dgm:spPr/>
      <dgm:t>
        <a:bodyPr/>
        <a:lstStyle/>
        <a:p>
          <a:endParaRPr lang="en-US"/>
        </a:p>
      </dgm:t>
    </dgm:pt>
    <dgm:pt modelId="{1515469F-5632-4CA9-9B56-EA25F768BA56}">
      <dgm:prSet/>
      <dgm:spPr/>
      <dgm:t>
        <a:bodyPr/>
        <a:lstStyle/>
        <a:p>
          <a:r>
            <a:rPr lang="en-US"/>
            <a:t>Missing data handled via imputation</a:t>
          </a:r>
        </a:p>
      </dgm:t>
    </dgm:pt>
    <dgm:pt modelId="{B7B0644A-3654-42AF-A518-FAEFB38EC99E}" type="parTrans" cxnId="{E27EFEBE-620C-48A3-8BB4-CDE82F1B4ACC}">
      <dgm:prSet/>
      <dgm:spPr/>
      <dgm:t>
        <a:bodyPr/>
        <a:lstStyle/>
        <a:p>
          <a:endParaRPr lang="en-US"/>
        </a:p>
      </dgm:t>
    </dgm:pt>
    <dgm:pt modelId="{AFBB8AC4-DBF0-4B2C-A9D7-11399F3AA3E8}" type="sibTrans" cxnId="{E27EFEBE-620C-48A3-8BB4-CDE82F1B4ACC}">
      <dgm:prSet/>
      <dgm:spPr/>
      <dgm:t>
        <a:bodyPr/>
        <a:lstStyle/>
        <a:p>
          <a:endParaRPr lang="en-US"/>
        </a:p>
      </dgm:t>
    </dgm:pt>
    <dgm:pt modelId="{7C7EA6EA-70EC-4BBB-88AE-C9693ED8DBB5}">
      <dgm:prSet/>
      <dgm:spPr/>
      <dgm:t>
        <a:bodyPr/>
        <a:lstStyle/>
        <a:p>
          <a:r>
            <a:rPr lang="en-US"/>
            <a:t>Feature scope limited to available fields</a:t>
          </a:r>
        </a:p>
      </dgm:t>
    </dgm:pt>
    <dgm:pt modelId="{2D1000FC-DEE6-4EAB-B6CC-7E6F3C5446E2}" type="parTrans" cxnId="{47F43839-0EC0-45C9-B995-AF08D2E0EDAE}">
      <dgm:prSet/>
      <dgm:spPr/>
      <dgm:t>
        <a:bodyPr/>
        <a:lstStyle/>
        <a:p>
          <a:endParaRPr lang="en-US"/>
        </a:p>
      </dgm:t>
    </dgm:pt>
    <dgm:pt modelId="{7868A296-D612-4AD4-B0E6-856FB0C0056E}" type="sibTrans" cxnId="{47F43839-0EC0-45C9-B995-AF08D2E0EDAE}">
      <dgm:prSet/>
      <dgm:spPr/>
      <dgm:t>
        <a:bodyPr/>
        <a:lstStyle/>
        <a:p>
          <a:endParaRPr lang="en-US"/>
        </a:p>
      </dgm:t>
    </dgm:pt>
    <dgm:pt modelId="{7F3E19FA-2E48-1B48-B2F5-50A5F12B4BA2}" type="pres">
      <dgm:prSet presAssocID="{4DD8A6BA-4771-45F6-B2F5-BEB1296413E3}" presName="matrix" presStyleCnt="0">
        <dgm:presLayoutVars>
          <dgm:chMax val="1"/>
          <dgm:dir/>
          <dgm:resizeHandles val="exact"/>
        </dgm:presLayoutVars>
      </dgm:prSet>
      <dgm:spPr/>
    </dgm:pt>
    <dgm:pt modelId="{E0FDE6B1-7174-2D43-B608-8EFA374CD752}" type="pres">
      <dgm:prSet presAssocID="{4DD8A6BA-4771-45F6-B2F5-BEB1296413E3}" presName="diamond" presStyleLbl="bgShp" presStyleIdx="0" presStyleCnt="1"/>
      <dgm:spPr/>
    </dgm:pt>
    <dgm:pt modelId="{5E6FD93D-D0D5-1147-9F54-5FF4C1F73E31}" type="pres">
      <dgm:prSet presAssocID="{4DD8A6BA-4771-45F6-B2F5-BEB1296413E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F378CCE-25DC-0545-8610-EAEA9CE8F810}" type="pres">
      <dgm:prSet presAssocID="{4DD8A6BA-4771-45F6-B2F5-BEB1296413E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86AD5FE-2529-704C-9028-2D83F753F9F0}" type="pres">
      <dgm:prSet presAssocID="{4DD8A6BA-4771-45F6-B2F5-BEB1296413E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96CC54D-32F2-5B4E-92CC-1C7298F118D0}" type="pres">
      <dgm:prSet presAssocID="{4DD8A6BA-4771-45F6-B2F5-BEB1296413E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63B11A-E87B-447E-B4EC-105285DD5E79}" srcId="{4DD8A6BA-4771-45F6-B2F5-BEB1296413E3}" destId="{60B66139-280E-4BED-98E0-965DD0647E86}" srcOrd="0" destOrd="0" parTransId="{4F6E4B35-41DB-4F8F-A49B-0BE694EC7989}" sibTransId="{EC43E367-26C4-4630-AAFB-FF5D0C21754C}"/>
    <dgm:cxn modelId="{47F43839-0EC0-45C9-B995-AF08D2E0EDAE}" srcId="{4DD8A6BA-4771-45F6-B2F5-BEB1296413E3}" destId="{7C7EA6EA-70EC-4BBB-88AE-C9693ED8DBB5}" srcOrd="3" destOrd="0" parTransId="{2D1000FC-DEE6-4EAB-B6CC-7E6F3C5446E2}" sibTransId="{7868A296-D612-4AD4-B0E6-856FB0C0056E}"/>
    <dgm:cxn modelId="{3D72E63D-95AA-476C-A8DA-542930AE6BF3}" srcId="{4DD8A6BA-4771-45F6-B2F5-BEB1296413E3}" destId="{6EF60425-7AF2-4915-8E24-C00F2DAB4D0B}" srcOrd="1" destOrd="0" parTransId="{2CD8201B-E716-4BD2-A437-F653D91CBBE4}" sibTransId="{9DA935EF-D2E6-4AD5-9BD6-97ED7D9675CE}"/>
    <dgm:cxn modelId="{18C5834A-8705-F24F-ADA9-4C46BE5E84BC}" type="presOf" srcId="{1515469F-5632-4CA9-9B56-EA25F768BA56}" destId="{B86AD5FE-2529-704C-9028-2D83F753F9F0}" srcOrd="0" destOrd="0" presId="urn:microsoft.com/office/officeart/2005/8/layout/matrix3"/>
    <dgm:cxn modelId="{E4994F72-E40F-4749-9786-C7D438B61B79}" type="presOf" srcId="{6EF60425-7AF2-4915-8E24-C00F2DAB4D0B}" destId="{8F378CCE-25DC-0545-8610-EAEA9CE8F810}" srcOrd="0" destOrd="0" presId="urn:microsoft.com/office/officeart/2005/8/layout/matrix3"/>
    <dgm:cxn modelId="{A2528096-6EE5-754F-84ED-ECC51CF3BFC8}" type="presOf" srcId="{4DD8A6BA-4771-45F6-B2F5-BEB1296413E3}" destId="{7F3E19FA-2E48-1B48-B2F5-50A5F12B4BA2}" srcOrd="0" destOrd="0" presId="urn:microsoft.com/office/officeart/2005/8/layout/matrix3"/>
    <dgm:cxn modelId="{22111E9D-BE40-EE48-A9A2-D2211BE55C90}" type="presOf" srcId="{7C7EA6EA-70EC-4BBB-88AE-C9693ED8DBB5}" destId="{196CC54D-32F2-5B4E-92CC-1C7298F118D0}" srcOrd="0" destOrd="0" presId="urn:microsoft.com/office/officeart/2005/8/layout/matrix3"/>
    <dgm:cxn modelId="{E27EFEBE-620C-48A3-8BB4-CDE82F1B4ACC}" srcId="{4DD8A6BA-4771-45F6-B2F5-BEB1296413E3}" destId="{1515469F-5632-4CA9-9B56-EA25F768BA56}" srcOrd="2" destOrd="0" parTransId="{B7B0644A-3654-42AF-A518-FAEFB38EC99E}" sibTransId="{AFBB8AC4-DBF0-4B2C-A9D7-11399F3AA3E8}"/>
    <dgm:cxn modelId="{F5F062C4-5E49-CA40-B948-5F0F2AAABE3E}" type="presOf" srcId="{60B66139-280E-4BED-98E0-965DD0647E86}" destId="{5E6FD93D-D0D5-1147-9F54-5FF4C1F73E31}" srcOrd="0" destOrd="0" presId="urn:microsoft.com/office/officeart/2005/8/layout/matrix3"/>
    <dgm:cxn modelId="{0AEEEFAC-D034-4847-AFC6-708110F08FB3}" type="presParOf" srcId="{7F3E19FA-2E48-1B48-B2F5-50A5F12B4BA2}" destId="{E0FDE6B1-7174-2D43-B608-8EFA374CD752}" srcOrd="0" destOrd="0" presId="urn:microsoft.com/office/officeart/2005/8/layout/matrix3"/>
    <dgm:cxn modelId="{1E70CB95-13A8-214E-BAE0-4E9480B0C0DE}" type="presParOf" srcId="{7F3E19FA-2E48-1B48-B2F5-50A5F12B4BA2}" destId="{5E6FD93D-D0D5-1147-9F54-5FF4C1F73E31}" srcOrd="1" destOrd="0" presId="urn:microsoft.com/office/officeart/2005/8/layout/matrix3"/>
    <dgm:cxn modelId="{8182F41A-B31D-AA42-AE59-91F163F9335B}" type="presParOf" srcId="{7F3E19FA-2E48-1B48-B2F5-50A5F12B4BA2}" destId="{8F378CCE-25DC-0545-8610-EAEA9CE8F810}" srcOrd="2" destOrd="0" presId="urn:microsoft.com/office/officeart/2005/8/layout/matrix3"/>
    <dgm:cxn modelId="{6E82BF1B-4A40-C940-BBBA-01ACEE076C06}" type="presParOf" srcId="{7F3E19FA-2E48-1B48-B2F5-50A5F12B4BA2}" destId="{B86AD5FE-2529-704C-9028-2D83F753F9F0}" srcOrd="3" destOrd="0" presId="urn:microsoft.com/office/officeart/2005/8/layout/matrix3"/>
    <dgm:cxn modelId="{5A8ECA78-0524-FB4A-B756-79C806BBA034}" type="presParOf" srcId="{7F3E19FA-2E48-1B48-B2F5-50A5F12B4BA2}" destId="{196CC54D-32F2-5B4E-92CC-1C7298F118D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0A6B4CF-1A35-4208-8371-0B5A03CD8B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0BD64F-4688-4D9F-93D3-6A557F7AB9E2}">
      <dgm:prSet/>
      <dgm:spPr/>
      <dgm:t>
        <a:bodyPr/>
        <a:lstStyle/>
        <a:p>
          <a:r>
            <a:rPr lang="en-US"/>
            <a:t>Potential geographic/infrastructure bias</a:t>
          </a:r>
        </a:p>
      </dgm:t>
    </dgm:pt>
    <dgm:pt modelId="{0E638307-3545-4CA1-A36C-25CE595F5A94}" type="parTrans" cxnId="{031BD833-A40A-47B4-B793-A668E3AAFA86}">
      <dgm:prSet/>
      <dgm:spPr/>
      <dgm:t>
        <a:bodyPr/>
        <a:lstStyle/>
        <a:p>
          <a:endParaRPr lang="en-US"/>
        </a:p>
      </dgm:t>
    </dgm:pt>
    <dgm:pt modelId="{E2864BA9-6AA3-4E9E-A2A4-0A3BC2CE230D}" type="sibTrans" cxnId="{031BD833-A40A-47B4-B793-A668E3AAFA86}">
      <dgm:prSet/>
      <dgm:spPr/>
      <dgm:t>
        <a:bodyPr/>
        <a:lstStyle/>
        <a:p>
          <a:endParaRPr lang="en-US"/>
        </a:p>
      </dgm:t>
    </dgm:pt>
    <dgm:pt modelId="{3A836C13-C4F2-481E-A59E-24A19DB79F06}">
      <dgm:prSet/>
      <dgm:spPr/>
      <dgm:t>
        <a:bodyPr/>
        <a:lstStyle/>
        <a:p>
          <a:r>
            <a:rPr lang="en-US"/>
            <a:t>False negatives may delay response</a:t>
          </a:r>
        </a:p>
      </dgm:t>
    </dgm:pt>
    <dgm:pt modelId="{B19A1DB5-909F-4C55-B13C-9C96DDB2B5F6}" type="parTrans" cxnId="{4DD07324-6729-4E31-9807-78895A0E4869}">
      <dgm:prSet/>
      <dgm:spPr/>
      <dgm:t>
        <a:bodyPr/>
        <a:lstStyle/>
        <a:p>
          <a:endParaRPr lang="en-US"/>
        </a:p>
      </dgm:t>
    </dgm:pt>
    <dgm:pt modelId="{7ACF2A1B-89FA-4377-BA3D-5FEF134DE58F}" type="sibTrans" cxnId="{4DD07324-6729-4E31-9807-78895A0E4869}">
      <dgm:prSet/>
      <dgm:spPr/>
      <dgm:t>
        <a:bodyPr/>
        <a:lstStyle/>
        <a:p>
          <a:endParaRPr lang="en-US"/>
        </a:p>
      </dgm:t>
    </dgm:pt>
    <dgm:pt modelId="{B373406C-1E07-4AF1-8C1E-A98B19FDD396}">
      <dgm:prSet/>
      <dgm:spPr/>
      <dgm:t>
        <a:bodyPr/>
        <a:lstStyle/>
        <a:p>
          <a:r>
            <a:rPr lang="en-US"/>
            <a:t>Transparency required for stakeholders</a:t>
          </a:r>
        </a:p>
      </dgm:t>
    </dgm:pt>
    <dgm:pt modelId="{1862DE6F-C717-4F14-A6B3-6BFF4190044C}" type="parTrans" cxnId="{E875F55F-E5EC-4C18-A146-987DA1820789}">
      <dgm:prSet/>
      <dgm:spPr/>
      <dgm:t>
        <a:bodyPr/>
        <a:lstStyle/>
        <a:p>
          <a:endParaRPr lang="en-US"/>
        </a:p>
      </dgm:t>
    </dgm:pt>
    <dgm:pt modelId="{F41AC573-96B4-479A-AB7A-11E65D5C1E37}" type="sibTrans" cxnId="{E875F55F-E5EC-4C18-A146-987DA1820789}">
      <dgm:prSet/>
      <dgm:spPr/>
      <dgm:t>
        <a:bodyPr/>
        <a:lstStyle/>
        <a:p>
          <a:endParaRPr lang="en-US"/>
        </a:p>
      </dgm:t>
    </dgm:pt>
    <dgm:pt modelId="{5D1CD081-B7BB-4C16-A14D-43F0C20C66FB}">
      <dgm:prSet/>
      <dgm:spPr/>
      <dgm:t>
        <a:bodyPr/>
        <a:lstStyle/>
        <a:p>
          <a:r>
            <a:rPr lang="en-US"/>
            <a:t>Model supports, not replaces, human decision-making</a:t>
          </a:r>
        </a:p>
      </dgm:t>
    </dgm:pt>
    <dgm:pt modelId="{8902F7E3-15D7-4C6B-8808-E7C5217E4A27}" type="parTrans" cxnId="{AFC3EF14-07EF-4E57-94C9-6F45C790E114}">
      <dgm:prSet/>
      <dgm:spPr/>
      <dgm:t>
        <a:bodyPr/>
        <a:lstStyle/>
        <a:p>
          <a:endParaRPr lang="en-US"/>
        </a:p>
      </dgm:t>
    </dgm:pt>
    <dgm:pt modelId="{B0DC3C15-8E1D-4C9C-A20A-D47EA876487F}" type="sibTrans" cxnId="{AFC3EF14-07EF-4E57-94C9-6F45C790E114}">
      <dgm:prSet/>
      <dgm:spPr/>
      <dgm:t>
        <a:bodyPr/>
        <a:lstStyle/>
        <a:p>
          <a:endParaRPr lang="en-US"/>
        </a:p>
      </dgm:t>
    </dgm:pt>
    <dgm:pt modelId="{6E051FEA-5156-0141-BEA5-336C2B60B221}" type="pres">
      <dgm:prSet presAssocID="{20A6B4CF-1A35-4208-8371-0B5A03CD8B74}" presName="linear" presStyleCnt="0">
        <dgm:presLayoutVars>
          <dgm:animLvl val="lvl"/>
          <dgm:resizeHandles val="exact"/>
        </dgm:presLayoutVars>
      </dgm:prSet>
      <dgm:spPr/>
    </dgm:pt>
    <dgm:pt modelId="{0E31B32E-6484-1745-8082-1E1A0C64F4D6}" type="pres">
      <dgm:prSet presAssocID="{BA0BD64F-4688-4D9F-93D3-6A557F7AB9E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B6F0D4-3522-9749-AD22-73FE39BEF81A}" type="pres">
      <dgm:prSet presAssocID="{E2864BA9-6AA3-4E9E-A2A4-0A3BC2CE230D}" presName="spacer" presStyleCnt="0"/>
      <dgm:spPr/>
    </dgm:pt>
    <dgm:pt modelId="{EBF822F9-9677-FF47-A50A-3CE5EFE1D0CB}" type="pres">
      <dgm:prSet presAssocID="{3A836C13-C4F2-481E-A59E-24A19DB79F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8A41C6-4A31-B948-A6F0-7F7B1F471716}" type="pres">
      <dgm:prSet presAssocID="{7ACF2A1B-89FA-4377-BA3D-5FEF134DE58F}" presName="spacer" presStyleCnt="0"/>
      <dgm:spPr/>
    </dgm:pt>
    <dgm:pt modelId="{3E206830-744F-5045-9DC8-FBB8E1B6C09C}" type="pres">
      <dgm:prSet presAssocID="{B373406C-1E07-4AF1-8C1E-A98B19FDD3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A7E45A2-3B35-6F40-8A9F-611286E9ABB8}" type="pres">
      <dgm:prSet presAssocID="{F41AC573-96B4-479A-AB7A-11E65D5C1E37}" presName="spacer" presStyleCnt="0"/>
      <dgm:spPr/>
    </dgm:pt>
    <dgm:pt modelId="{60A8C25D-9A28-C04A-8307-1C1D3A6CD21F}" type="pres">
      <dgm:prSet presAssocID="{5D1CD081-B7BB-4C16-A14D-43F0C20C66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C3EF14-07EF-4E57-94C9-6F45C790E114}" srcId="{20A6B4CF-1A35-4208-8371-0B5A03CD8B74}" destId="{5D1CD081-B7BB-4C16-A14D-43F0C20C66FB}" srcOrd="3" destOrd="0" parTransId="{8902F7E3-15D7-4C6B-8808-E7C5217E4A27}" sibTransId="{B0DC3C15-8E1D-4C9C-A20A-D47EA876487F}"/>
    <dgm:cxn modelId="{4DD07324-6729-4E31-9807-78895A0E4869}" srcId="{20A6B4CF-1A35-4208-8371-0B5A03CD8B74}" destId="{3A836C13-C4F2-481E-A59E-24A19DB79F06}" srcOrd="1" destOrd="0" parTransId="{B19A1DB5-909F-4C55-B13C-9C96DDB2B5F6}" sibTransId="{7ACF2A1B-89FA-4377-BA3D-5FEF134DE58F}"/>
    <dgm:cxn modelId="{031BD833-A40A-47B4-B793-A668E3AAFA86}" srcId="{20A6B4CF-1A35-4208-8371-0B5A03CD8B74}" destId="{BA0BD64F-4688-4D9F-93D3-6A557F7AB9E2}" srcOrd="0" destOrd="0" parTransId="{0E638307-3545-4CA1-A36C-25CE595F5A94}" sibTransId="{E2864BA9-6AA3-4E9E-A2A4-0A3BC2CE230D}"/>
    <dgm:cxn modelId="{E875F55F-E5EC-4C18-A146-987DA1820789}" srcId="{20A6B4CF-1A35-4208-8371-0B5A03CD8B74}" destId="{B373406C-1E07-4AF1-8C1E-A98B19FDD396}" srcOrd="2" destOrd="0" parTransId="{1862DE6F-C717-4F14-A6B3-6BFF4190044C}" sibTransId="{F41AC573-96B4-479A-AB7A-11E65D5C1E37}"/>
    <dgm:cxn modelId="{BF29957B-0A91-0D45-945C-8898B88649A6}" type="presOf" srcId="{20A6B4CF-1A35-4208-8371-0B5A03CD8B74}" destId="{6E051FEA-5156-0141-BEA5-336C2B60B221}" srcOrd="0" destOrd="0" presId="urn:microsoft.com/office/officeart/2005/8/layout/vList2"/>
    <dgm:cxn modelId="{6465779A-869E-8140-90E9-5A78A5BA1C82}" type="presOf" srcId="{B373406C-1E07-4AF1-8C1E-A98B19FDD396}" destId="{3E206830-744F-5045-9DC8-FBB8E1B6C09C}" srcOrd="0" destOrd="0" presId="urn:microsoft.com/office/officeart/2005/8/layout/vList2"/>
    <dgm:cxn modelId="{7D49EEBD-A5C6-DB41-A97E-57EDAEE16E3F}" type="presOf" srcId="{BA0BD64F-4688-4D9F-93D3-6A557F7AB9E2}" destId="{0E31B32E-6484-1745-8082-1E1A0C64F4D6}" srcOrd="0" destOrd="0" presId="urn:microsoft.com/office/officeart/2005/8/layout/vList2"/>
    <dgm:cxn modelId="{745918C9-2990-3440-B7F4-3EB2EA3C5FC5}" type="presOf" srcId="{3A836C13-C4F2-481E-A59E-24A19DB79F06}" destId="{EBF822F9-9677-FF47-A50A-3CE5EFE1D0CB}" srcOrd="0" destOrd="0" presId="urn:microsoft.com/office/officeart/2005/8/layout/vList2"/>
    <dgm:cxn modelId="{5D17B0CE-AD2A-7843-81D2-83C26662322C}" type="presOf" srcId="{5D1CD081-B7BB-4C16-A14D-43F0C20C66FB}" destId="{60A8C25D-9A28-C04A-8307-1C1D3A6CD21F}" srcOrd="0" destOrd="0" presId="urn:microsoft.com/office/officeart/2005/8/layout/vList2"/>
    <dgm:cxn modelId="{EAA27C70-2E86-4A43-B7B6-7000C54D447B}" type="presParOf" srcId="{6E051FEA-5156-0141-BEA5-336C2B60B221}" destId="{0E31B32E-6484-1745-8082-1E1A0C64F4D6}" srcOrd="0" destOrd="0" presId="urn:microsoft.com/office/officeart/2005/8/layout/vList2"/>
    <dgm:cxn modelId="{1E6D0D31-CAD8-3F46-9CAE-156FECD1C4D4}" type="presParOf" srcId="{6E051FEA-5156-0141-BEA5-336C2B60B221}" destId="{D9B6F0D4-3522-9749-AD22-73FE39BEF81A}" srcOrd="1" destOrd="0" presId="urn:microsoft.com/office/officeart/2005/8/layout/vList2"/>
    <dgm:cxn modelId="{8E17EBA9-C6EC-D246-B5F1-918E4D69C17F}" type="presParOf" srcId="{6E051FEA-5156-0141-BEA5-336C2B60B221}" destId="{EBF822F9-9677-FF47-A50A-3CE5EFE1D0CB}" srcOrd="2" destOrd="0" presId="urn:microsoft.com/office/officeart/2005/8/layout/vList2"/>
    <dgm:cxn modelId="{E65F6550-CB6C-8A4B-8F44-976353D07AB4}" type="presParOf" srcId="{6E051FEA-5156-0141-BEA5-336C2B60B221}" destId="{9A8A41C6-4A31-B948-A6F0-7F7B1F471716}" srcOrd="3" destOrd="0" presId="urn:microsoft.com/office/officeart/2005/8/layout/vList2"/>
    <dgm:cxn modelId="{FACAD1D3-5BDB-1D4F-9596-95476E3BF32A}" type="presParOf" srcId="{6E051FEA-5156-0141-BEA5-336C2B60B221}" destId="{3E206830-744F-5045-9DC8-FBB8E1B6C09C}" srcOrd="4" destOrd="0" presId="urn:microsoft.com/office/officeart/2005/8/layout/vList2"/>
    <dgm:cxn modelId="{6C9D8010-553C-3545-AD0E-768AE8A5C4A4}" type="presParOf" srcId="{6E051FEA-5156-0141-BEA5-336C2B60B221}" destId="{EA7E45A2-3B35-6F40-8A9F-611286E9ABB8}" srcOrd="5" destOrd="0" presId="urn:microsoft.com/office/officeart/2005/8/layout/vList2"/>
    <dgm:cxn modelId="{786286C4-BCBF-554F-AFA1-A49130A2EB66}" type="presParOf" srcId="{6E051FEA-5156-0141-BEA5-336C2B60B221}" destId="{60A8C25D-9A28-C04A-8307-1C1D3A6CD2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FFB568C-2F3A-41AB-9139-4F59FB9447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7358BE-2492-4819-B2DA-BE3A54EA1D88}">
      <dgm:prSet/>
      <dgm:spPr/>
      <dgm:t>
        <a:bodyPr/>
        <a:lstStyle/>
        <a:p>
          <a:r>
            <a:rPr lang="en-US"/>
            <a:t>End-to-end pipeline: ingestion -&gt; features -&gt; modeling -&gt; tracking -&gt; deployment</a:t>
          </a:r>
        </a:p>
      </dgm:t>
    </dgm:pt>
    <dgm:pt modelId="{7A577D89-E54C-462C-85E4-1CECF193DC2C}" type="parTrans" cxnId="{DF54A3E9-C6D7-4BE7-8CC4-8EFCDF598EAE}">
      <dgm:prSet/>
      <dgm:spPr/>
      <dgm:t>
        <a:bodyPr/>
        <a:lstStyle/>
        <a:p>
          <a:endParaRPr lang="en-US"/>
        </a:p>
      </dgm:t>
    </dgm:pt>
    <dgm:pt modelId="{1EBFD7AC-2CB9-4E72-8B18-DE2F99BC6866}" type="sibTrans" cxnId="{DF54A3E9-C6D7-4BE7-8CC4-8EFCDF598EAE}">
      <dgm:prSet/>
      <dgm:spPr/>
      <dgm:t>
        <a:bodyPr/>
        <a:lstStyle/>
        <a:p>
          <a:endParaRPr lang="en-US"/>
        </a:p>
      </dgm:t>
    </dgm:pt>
    <dgm:pt modelId="{E54AE8C2-64C7-4844-A424-8B836CDDDDAD}">
      <dgm:prSet/>
      <dgm:spPr/>
      <dgm:t>
        <a:bodyPr/>
        <a:lstStyle/>
        <a:p>
          <a:r>
            <a:rPr lang="en-US"/>
            <a:t>Deterministic splits and leakage controls</a:t>
          </a:r>
        </a:p>
      </dgm:t>
    </dgm:pt>
    <dgm:pt modelId="{C36CD6D3-1387-45AE-8A19-A4B7775E7239}" type="parTrans" cxnId="{7FBB28B3-9EEE-4881-9F2D-42A061EC5926}">
      <dgm:prSet/>
      <dgm:spPr/>
      <dgm:t>
        <a:bodyPr/>
        <a:lstStyle/>
        <a:p>
          <a:endParaRPr lang="en-US"/>
        </a:p>
      </dgm:t>
    </dgm:pt>
    <dgm:pt modelId="{51F10EA1-0F24-4A2A-8D92-0B87C5076691}" type="sibTrans" cxnId="{7FBB28B3-9EEE-4881-9F2D-42A061EC5926}">
      <dgm:prSet/>
      <dgm:spPr/>
      <dgm:t>
        <a:bodyPr/>
        <a:lstStyle/>
        <a:p>
          <a:endParaRPr lang="en-US"/>
        </a:p>
      </dgm:t>
    </dgm:pt>
    <dgm:pt modelId="{343C11E5-7BCD-473B-AF90-FC7B26BAE68B}">
      <dgm:prSet/>
      <dgm:spPr/>
      <dgm:t>
        <a:bodyPr/>
        <a:lstStyle/>
        <a:p>
          <a:r>
            <a:rPr lang="en-US"/>
            <a:t>LightGBM achieves high recall (0.88)</a:t>
          </a:r>
        </a:p>
      </dgm:t>
    </dgm:pt>
    <dgm:pt modelId="{97BB82B2-623C-4354-BC25-40F866332553}" type="parTrans" cxnId="{A4761EC5-4E15-423B-B671-691D302D64DF}">
      <dgm:prSet/>
      <dgm:spPr/>
      <dgm:t>
        <a:bodyPr/>
        <a:lstStyle/>
        <a:p>
          <a:endParaRPr lang="en-US"/>
        </a:p>
      </dgm:t>
    </dgm:pt>
    <dgm:pt modelId="{CDECB1D7-5F32-4CFD-9385-DA12E216A684}" type="sibTrans" cxnId="{A4761EC5-4E15-423B-B671-691D302D64DF}">
      <dgm:prSet/>
      <dgm:spPr/>
      <dgm:t>
        <a:bodyPr/>
        <a:lstStyle/>
        <a:p>
          <a:endParaRPr lang="en-US"/>
        </a:p>
      </dgm:t>
    </dgm:pt>
    <dgm:pt modelId="{8BDE426C-B28C-4AD5-B0B4-485208FBA9A3}">
      <dgm:prSet/>
      <dgm:spPr/>
      <dgm:t>
        <a:bodyPr/>
        <a:lstStyle/>
        <a:p>
          <a:r>
            <a:rPr lang="en-US"/>
            <a:t>Framework supports reproducible, deployable ML</a:t>
          </a:r>
        </a:p>
      </dgm:t>
    </dgm:pt>
    <dgm:pt modelId="{2DC520D8-033D-472A-A475-EEB51D244B6E}" type="parTrans" cxnId="{00503B24-C9C0-497A-A94C-E6BE0161F30C}">
      <dgm:prSet/>
      <dgm:spPr/>
      <dgm:t>
        <a:bodyPr/>
        <a:lstStyle/>
        <a:p>
          <a:endParaRPr lang="en-US"/>
        </a:p>
      </dgm:t>
    </dgm:pt>
    <dgm:pt modelId="{68B43112-3C53-4518-803D-6AC859448761}" type="sibTrans" cxnId="{00503B24-C9C0-497A-A94C-E6BE0161F30C}">
      <dgm:prSet/>
      <dgm:spPr/>
      <dgm:t>
        <a:bodyPr/>
        <a:lstStyle/>
        <a:p>
          <a:endParaRPr lang="en-US"/>
        </a:p>
      </dgm:t>
    </dgm:pt>
    <dgm:pt modelId="{1EDE1663-3C53-204D-9184-62233FBC1F97}" type="pres">
      <dgm:prSet presAssocID="{7FFB568C-2F3A-41AB-9139-4F59FB9447A8}" presName="linear" presStyleCnt="0">
        <dgm:presLayoutVars>
          <dgm:animLvl val="lvl"/>
          <dgm:resizeHandles val="exact"/>
        </dgm:presLayoutVars>
      </dgm:prSet>
      <dgm:spPr/>
    </dgm:pt>
    <dgm:pt modelId="{83C18B3C-DE19-B241-BC27-9FBDEF71E31B}" type="pres">
      <dgm:prSet presAssocID="{777358BE-2492-4819-B2DA-BE3A54EA1D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F0E902-5BCF-1246-8509-CC962FA4B9B6}" type="pres">
      <dgm:prSet presAssocID="{1EBFD7AC-2CB9-4E72-8B18-DE2F99BC6866}" presName="spacer" presStyleCnt="0"/>
      <dgm:spPr/>
    </dgm:pt>
    <dgm:pt modelId="{0744AAFB-26D5-C444-99E9-B1B436C62310}" type="pres">
      <dgm:prSet presAssocID="{E54AE8C2-64C7-4844-A424-8B836CDDDD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C8CAEF-37EB-0F4D-892D-D22A8AF428D1}" type="pres">
      <dgm:prSet presAssocID="{51F10EA1-0F24-4A2A-8D92-0B87C5076691}" presName="spacer" presStyleCnt="0"/>
      <dgm:spPr/>
    </dgm:pt>
    <dgm:pt modelId="{2D45A051-C43D-8942-8A58-29ECE0BDB2E7}" type="pres">
      <dgm:prSet presAssocID="{343C11E5-7BCD-473B-AF90-FC7B26BAE6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7FC93D-D26C-F647-9F66-1FABD5D50C7A}" type="pres">
      <dgm:prSet presAssocID="{CDECB1D7-5F32-4CFD-9385-DA12E216A684}" presName="spacer" presStyleCnt="0"/>
      <dgm:spPr/>
    </dgm:pt>
    <dgm:pt modelId="{D6846343-032E-E64C-9F29-22EC01AC45F4}" type="pres">
      <dgm:prSet presAssocID="{8BDE426C-B28C-4AD5-B0B4-485208FBA9A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503B24-C9C0-497A-A94C-E6BE0161F30C}" srcId="{7FFB568C-2F3A-41AB-9139-4F59FB9447A8}" destId="{8BDE426C-B28C-4AD5-B0B4-485208FBA9A3}" srcOrd="3" destOrd="0" parTransId="{2DC520D8-033D-472A-A475-EEB51D244B6E}" sibTransId="{68B43112-3C53-4518-803D-6AC859448761}"/>
    <dgm:cxn modelId="{6F165B28-9A19-FD4C-989A-DFD580D6ABBA}" type="presOf" srcId="{777358BE-2492-4819-B2DA-BE3A54EA1D88}" destId="{83C18B3C-DE19-B241-BC27-9FBDEF71E31B}" srcOrd="0" destOrd="0" presId="urn:microsoft.com/office/officeart/2005/8/layout/vList2"/>
    <dgm:cxn modelId="{1A2FED49-F529-FF4A-9530-0CCACC82CF9B}" type="presOf" srcId="{343C11E5-7BCD-473B-AF90-FC7B26BAE68B}" destId="{2D45A051-C43D-8942-8A58-29ECE0BDB2E7}" srcOrd="0" destOrd="0" presId="urn:microsoft.com/office/officeart/2005/8/layout/vList2"/>
    <dgm:cxn modelId="{5946E693-094F-B84C-A35E-642A9DFE9C05}" type="presOf" srcId="{8BDE426C-B28C-4AD5-B0B4-485208FBA9A3}" destId="{D6846343-032E-E64C-9F29-22EC01AC45F4}" srcOrd="0" destOrd="0" presId="urn:microsoft.com/office/officeart/2005/8/layout/vList2"/>
    <dgm:cxn modelId="{7FBB28B3-9EEE-4881-9F2D-42A061EC5926}" srcId="{7FFB568C-2F3A-41AB-9139-4F59FB9447A8}" destId="{E54AE8C2-64C7-4844-A424-8B836CDDDDAD}" srcOrd="1" destOrd="0" parTransId="{C36CD6D3-1387-45AE-8A19-A4B7775E7239}" sibTransId="{51F10EA1-0F24-4A2A-8D92-0B87C5076691}"/>
    <dgm:cxn modelId="{58107FB7-DB3E-504D-97FF-AC2F2E128540}" type="presOf" srcId="{7FFB568C-2F3A-41AB-9139-4F59FB9447A8}" destId="{1EDE1663-3C53-204D-9184-62233FBC1F97}" srcOrd="0" destOrd="0" presId="urn:microsoft.com/office/officeart/2005/8/layout/vList2"/>
    <dgm:cxn modelId="{A4761EC5-4E15-423B-B671-691D302D64DF}" srcId="{7FFB568C-2F3A-41AB-9139-4F59FB9447A8}" destId="{343C11E5-7BCD-473B-AF90-FC7B26BAE68B}" srcOrd="2" destOrd="0" parTransId="{97BB82B2-623C-4354-BC25-40F866332553}" sibTransId="{CDECB1D7-5F32-4CFD-9385-DA12E216A684}"/>
    <dgm:cxn modelId="{DF54A3E9-C6D7-4BE7-8CC4-8EFCDF598EAE}" srcId="{7FFB568C-2F3A-41AB-9139-4F59FB9447A8}" destId="{777358BE-2492-4819-B2DA-BE3A54EA1D88}" srcOrd="0" destOrd="0" parTransId="{7A577D89-E54C-462C-85E4-1CECF193DC2C}" sibTransId="{1EBFD7AC-2CB9-4E72-8B18-DE2F99BC6866}"/>
    <dgm:cxn modelId="{0529ACF4-F95E-CE4B-A8E2-F6B947FC9180}" type="presOf" srcId="{E54AE8C2-64C7-4844-A424-8B836CDDDDAD}" destId="{0744AAFB-26D5-C444-99E9-B1B436C62310}" srcOrd="0" destOrd="0" presId="urn:microsoft.com/office/officeart/2005/8/layout/vList2"/>
    <dgm:cxn modelId="{7DF99750-3992-FF43-8913-647EC09D09CB}" type="presParOf" srcId="{1EDE1663-3C53-204D-9184-62233FBC1F97}" destId="{83C18B3C-DE19-B241-BC27-9FBDEF71E31B}" srcOrd="0" destOrd="0" presId="urn:microsoft.com/office/officeart/2005/8/layout/vList2"/>
    <dgm:cxn modelId="{47C9C812-DE0F-AB4C-A69E-46288C7283CB}" type="presParOf" srcId="{1EDE1663-3C53-204D-9184-62233FBC1F97}" destId="{BBF0E902-5BCF-1246-8509-CC962FA4B9B6}" srcOrd="1" destOrd="0" presId="urn:microsoft.com/office/officeart/2005/8/layout/vList2"/>
    <dgm:cxn modelId="{72B1AC62-8A3D-A648-ADD5-82C57032E7DE}" type="presParOf" srcId="{1EDE1663-3C53-204D-9184-62233FBC1F97}" destId="{0744AAFB-26D5-C444-99E9-B1B436C62310}" srcOrd="2" destOrd="0" presId="urn:microsoft.com/office/officeart/2005/8/layout/vList2"/>
    <dgm:cxn modelId="{47E8410D-236E-CB4C-9233-BF228C1B1B8C}" type="presParOf" srcId="{1EDE1663-3C53-204D-9184-62233FBC1F97}" destId="{C8C8CAEF-37EB-0F4D-892D-D22A8AF428D1}" srcOrd="3" destOrd="0" presId="urn:microsoft.com/office/officeart/2005/8/layout/vList2"/>
    <dgm:cxn modelId="{853AE635-F515-CA4A-B1C4-9129B5B934AD}" type="presParOf" srcId="{1EDE1663-3C53-204D-9184-62233FBC1F97}" destId="{2D45A051-C43D-8942-8A58-29ECE0BDB2E7}" srcOrd="4" destOrd="0" presId="urn:microsoft.com/office/officeart/2005/8/layout/vList2"/>
    <dgm:cxn modelId="{66B0FBBB-6381-034D-986D-059701D5E112}" type="presParOf" srcId="{1EDE1663-3C53-204D-9184-62233FBC1F97}" destId="{A37FC93D-D26C-F647-9F66-1FABD5D50C7A}" srcOrd="5" destOrd="0" presId="urn:microsoft.com/office/officeart/2005/8/layout/vList2"/>
    <dgm:cxn modelId="{D3223481-361A-CA4E-A733-0764E4E8F07D}" type="presParOf" srcId="{1EDE1663-3C53-204D-9184-62233FBC1F97}" destId="{D6846343-032E-E64C-9F29-22EC01AC45F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E16CB36-20B4-4412-AD79-D33428F62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2C87ED-AF76-49F2-BC75-4EC7A9F66C93}">
      <dgm:prSet/>
      <dgm:spPr/>
      <dgm:t>
        <a:bodyPr/>
        <a:lstStyle/>
        <a:p>
          <a:r>
            <a:rPr lang="en-US"/>
            <a:t>Emergency Response: Faster identification of severe accidents</a:t>
          </a:r>
        </a:p>
      </dgm:t>
    </dgm:pt>
    <dgm:pt modelId="{010A43B5-EBAC-4537-A2AA-DBA8F82D9223}" type="parTrans" cxnId="{C8E85CCC-05C5-457B-BF25-B2F61986631A}">
      <dgm:prSet/>
      <dgm:spPr/>
      <dgm:t>
        <a:bodyPr/>
        <a:lstStyle/>
        <a:p>
          <a:endParaRPr lang="en-US"/>
        </a:p>
      </dgm:t>
    </dgm:pt>
    <dgm:pt modelId="{50B0A9B6-FB84-4D9E-8B9D-D6E761D61D8C}" type="sibTrans" cxnId="{C8E85CCC-05C5-457B-BF25-B2F61986631A}">
      <dgm:prSet/>
      <dgm:spPr/>
      <dgm:t>
        <a:bodyPr/>
        <a:lstStyle/>
        <a:p>
          <a:endParaRPr lang="en-US"/>
        </a:p>
      </dgm:t>
    </dgm:pt>
    <dgm:pt modelId="{8EC37D0F-2F10-4657-8CB1-75FC75CFDF19}">
      <dgm:prSet/>
      <dgm:spPr/>
      <dgm:t>
        <a:bodyPr/>
        <a:lstStyle/>
        <a:p>
          <a:r>
            <a:rPr lang="en-US"/>
            <a:t>Insurance: Improved claim prioritization</a:t>
          </a:r>
        </a:p>
      </dgm:t>
    </dgm:pt>
    <dgm:pt modelId="{20AF2AD1-B307-461A-B567-221F1D102D76}" type="parTrans" cxnId="{8A9573B9-695C-4C1E-9616-0D190586A581}">
      <dgm:prSet/>
      <dgm:spPr/>
      <dgm:t>
        <a:bodyPr/>
        <a:lstStyle/>
        <a:p>
          <a:endParaRPr lang="en-US"/>
        </a:p>
      </dgm:t>
    </dgm:pt>
    <dgm:pt modelId="{14F70253-D284-450D-B190-C4DF0BB0A932}" type="sibTrans" cxnId="{8A9573B9-695C-4C1E-9616-0D190586A581}">
      <dgm:prSet/>
      <dgm:spPr/>
      <dgm:t>
        <a:bodyPr/>
        <a:lstStyle/>
        <a:p>
          <a:endParaRPr lang="en-US"/>
        </a:p>
      </dgm:t>
    </dgm:pt>
    <dgm:pt modelId="{4E7924B7-30B4-4D83-8D3B-F1B63549BB05}">
      <dgm:prSet/>
      <dgm:spPr/>
      <dgm:t>
        <a:bodyPr/>
        <a:lstStyle/>
        <a:p>
          <a:r>
            <a:rPr lang="en-US"/>
            <a:t>Planning: Infrastructure improvements in high-risk areas</a:t>
          </a:r>
        </a:p>
      </dgm:t>
    </dgm:pt>
    <dgm:pt modelId="{32E33598-7CED-478F-9392-A8C671F4D8CB}" type="parTrans" cxnId="{522BEE3E-DCFB-41D0-955D-485FFDB197CA}">
      <dgm:prSet/>
      <dgm:spPr/>
      <dgm:t>
        <a:bodyPr/>
        <a:lstStyle/>
        <a:p>
          <a:endParaRPr lang="en-US"/>
        </a:p>
      </dgm:t>
    </dgm:pt>
    <dgm:pt modelId="{4E523552-A1E7-4DAD-827D-9CAFB9219F47}" type="sibTrans" cxnId="{522BEE3E-DCFB-41D0-955D-485FFDB197CA}">
      <dgm:prSet/>
      <dgm:spPr/>
      <dgm:t>
        <a:bodyPr/>
        <a:lstStyle/>
        <a:p>
          <a:endParaRPr lang="en-US"/>
        </a:p>
      </dgm:t>
    </dgm:pt>
    <dgm:pt modelId="{3DE05788-4836-4882-9363-787A1CE1D997}">
      <dgm:prSet/>
      <dgm:spPr/>
      <dgm:t>
        <a:bodyPr/>
        <a:lstStyle/>
        <a:p>
          <a:r>
            <a:rPr lang="en-US"/>
            <a:t>Safety: Reduced loss-of-life via proactive intervention</a:t>
          </a:r>
        </a:p>
      </dgm:t>
    </dgm:pt>
    <dgm:pt modelId="{1FFC9961-DB80-4743-9F2B-E9F52A9C8980}" type="parTrans" cxnId="{03C271A1-E19A-43BE-B139-9FE84A3EA427}">
      <dgm:prSet/>
      <dgm:spPr/>
      <dgm:t>
        <a:bodyPr/>
        <a:lstStyle/>
        <a:p>
          <a:endParaRPr lang="en-US"/>
        </a:p>
      </dgm:t>
    </dgm:pt>
    <dgm:pt modelId="{850E9219-DE69-48E1-989C-7ED922509F39}" type="sibTrans" cxnId="{03C271A1-E19A-43BE-B139-9FE84A3EA427}">
      <dgm:prSet/>
      <dgm:spPr/>
      <dgm:t>
        <a:bodyPr/>
        <a:lstStyle/>
        <a:p>
          <a:endParaRPr lang="en-US"/>
        </a:p>
      </dgm:t>
    </dgm:pt>
    <dgm:pt modelId="{2D7CC78F-99EB-F748-AD32-B6735ECB8F84}" type="pres">
      <dgm:prSet presAssocID="{1E16CB36-20B4-4412-AD79-D33428F6299C}" presName="linear" presStyleCnt="0">
        <dgm:presLayoutVars>
          <dgm:animLvl val="lvl"/>
          <dgm:resizeHandles val="exact"/>
        </dgm:presLayoutVars>
      </dgm:prSet>
      <dgm:spPr/>
    </dgm:pt>
    <dgm:pt modelId="{A3177269-3DDA-7841-AA35-90C3D1343D71}" type="pres">
      <dgm:prSet presAssocID="{172C87ED-AF76-49F2-BC75-4EC7A9F66C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1F5F16C-2BF4-4B45-A45B-44AA83FDF679}" type="pres">
      <dgm:prSet presAssocID="{50B0A9B6-FB84-4D9E-8B9D-D6E761D61D8C}" presName="spacer" presStyleCnt="0"/>
      <dgm:spPr/>
    </dgm:pt>
    <dgm:pt modelId="{44EDFDBF-6C23-1441-B357-C821E3443830}" type="pres">
      <dgm:prSet presAssocID="{8EC37D0F-2F10-4657-8CB1-75FC75CFDF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CF4E66-2EF2-6B4C-BF97-7CE19200F3FD}" type="pres">
      <dgm:prSet presAssocID="{14F70253-D284-450D-B190-C4DF0BB0A932}" presName="spacer" presStyleCnt="0"/>
      <dgm:spPr/>
    </dgm:pt>
    <dgm:pt modelId="{D5E0F0F1-E9E6-1B4D-8A8C-D723A49BB8BE}" type="pres">
      <dgm:prSet presAssocID="{4E7924B7-30B4-4D83-8D3B-F1B63549BB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DCA2AA-E20F-8F46-B895-6DF60120F071}" type="pres">
      <dgm:prSet presAssocID="{4E523552-A1E7-4DAD-827D-9CAFB9219F47}" presName="spacer" presStyleCnt="0"/>
      <dgm:spPr/>
    </dgm:pt>
    <dgm:pt modelId="{D9D0745A-8D62-6448-984D-61369D6824A3}" type="pres">
      <dgm:prSet presAssocID="{3DE05788-4836-4882-9363-787A1CE1D99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8CA4621-44CE-324F-8116-1084858D9F42}" type="presOf" srcId="{8EC37D0F-2F10-4657-8CB1-75FC75CFDF19}" destId="{44EDFDBF-6C23-1441-B357-C821E3443830}" srcOrd="0" destOrd="0" presId="urn:microsoft.com/office/officeart/2005/8/layout/vList2"/>
    <dgm:cxn modelId="{522BEE3E-DCFB-41D0-955D-485FFDB197CA}" srcId="{1E16CB36-20B4-4412-AD79-D33428F6299C}" destId="{4E7924B7-30B4-4D83-8D3B-F1B63549BB05}" srcOrd="2" destOrd="0" parTransId="{32E33598-7CED-478F-9392-A8C671F4D8CB}" sibTransId="{4E523552-A1E7-4DAD-827D-9CAFB9219F47}"/>
    <dgm:cxn modelId="{352A3C6F-1FCE-5041-A394-CD3809CB79A6}" type="presOf" srcId="{3DE05788-4836-4882-9363-787A1CE1D997}" destId="{D9D0745A-8D62-6448-984D-61369D6824A3}" srcOrd="0" destOrd="0" presId="urn:microsoft.com/office/officeart/2005/8/layout/vList2"/>
    <dgm:cxn modelId="{F13FE56F-506B-334E-849B-EBCCF736BEE6}" type="presOf" srcId="{4E7924B7-30B4-4D83-8D3B-F1B63549BB05}" destId="{D5E0F0F1-E9E6-1B4D-8A8C-D723A49BB8BE}" srcOrd="0" destOrd="0" presId="urn:microsoft.com/office/officeart/2005/8/layout/vList2"/>
    <dgm:cxn modelId="{03C271A1-E19A-43BE-B139-9FE84A3EA427}" srcId="{1E16CB36-20B4-4412-AD79-D33428F6299C}" destId="{3DE05788-4836-4882-9363-787A1CE1D997}" srcOrd="3" destOrd="0" parTransId="{1FFC9961-DB80-4743-9F2B-E9F52A9C8980}" sibTransId="{850E9219-DE69-48E1-989C-7ED922509F39}"/>
    <dgm:cxn modelId="{8A9573B9-695C-4C1E-9616-0D190586A581}" srcId="{1E16CB36-20B4-4412-AD79-D33428F6299C}" destId="{8EC37D0F-2F10-4657-8CB1-75FC75CFDF19}" srcOrd="1" destOrd="0" parTransId="{20AF2AD1-B307-461A-B567-221F1D102D76}" sibTransId="{14F70253-D284-450D-B190-C4DF0BB0A932}"/>
    <dgm:cxn modelId="{C8E85CCC-05C5-457B-BF25-B2F61986631A}" srcId="{1E16CB36-20B4-4412-AD79-D33428F6299C}" destId="{172C87ED-AF76-49F2-BC75-4EC7A9F66C93}" srcOrd="0" destOrd="0" parTransId="{010A43B5-EBAC-4537-A2AA-DBA8F82D9223}" sibTransId="{50B0A9B6-FB84-4D9E-8B9D-D6E761D61D8C}"/>
    <dgm:cxn modelId="{49BBC0D9-574D-E44C-87C6-45D5B257AF09}" type="presOf" srcId="{1E16CB36-20B4-4412-AD79-D33428F6299C}" destId="{2D7CC78F-99EB-F748-AD32-B6735ECB8F84}" srcOrd="0" destOrd="0" presId="urn:microsoft.com/office/officeart/2005/8/layout/vList2"/>
    <dgm:cxn modelId="{92E032FF-1E97-6244-9ED6-1439D3ADCA3D}" type="presOf" srcId="{172C87ED-AF76-49F2-BC75-4EC7A9F66C93}" destId="{A3177269-3DDA-7841-AA35-90C3D1343D71}" srcOrd="0" destOrd="0" presId="urn:microsoft.com/office/officeart/2005/8/layout/vList2"/>
    <dgm:cxn modelId="{AE7330C1-8037-2D44-B1FB-855555C3DFA7}" type="presParOf" srcId="{2D7CC78F-99EB-F748-AD32-B6735ECB8F84}" destId="{A3177269-3DDA-7841-AA35-90C3D1343D71}" srcOrd="0" destOrd="0" presId="urn:microsoft.com/office/officeart/2005/8/layout/vList2"/>
    <dgm:cxn modelId="{84B64DB3-FE5C-0E4D-874F-2860234955B6}" type="presParOf" srcId="{2D7CC78F-99EB-F748-AD32-B6735ECB8F84}" destId="{A1F5F16C-2BF4-4B45-A45B-44AA83FDF679}" srcOrd="1" destOrd="0" presId="urn:microsoft.com/office/officeart/2005/8/layout/vList2"/>
    <dgm:cxn modelId="{91B853C6-F4B7-CD49-96DA-DF6B289A0EBF}" type="presParOf" srcId="{2D7CC78F-99EB-F748-AD32-B6735ECB8F84}" destId="{44EDFDBF-6C23-1441-B357-C821E3443830}" srcOrd="2" destOrd="0" presId="urn:microsoft.com/office/officeart/2005/8/layout/vList2"/>
    <dgm:cxn modelId="{5B576CAA-36A7-DD44-AB9F-E8961848EA10}" type="presParOf" srcId="{2D7CC78F-99EB-F748-AD32-B6735ECB8F84}" destId="{1FCF4E66-2EF2-6B4C-BF97-7CE19200F3FD}" srcOrd="3" destOrd="0" presId="urn:microsoft.com/office/officeart/2005/8/layout/vList2"/>
    <dgm:cxn modelId="{FA6A9BFE-D4F7-844B-BEB6-F507E16FA54E}" type="presParOf" srcId="{2D7CC78F-99EB-F748-AD32-B6735ECB8F84}" destId="{D5E0F0F1-E9E6-1B4D-8A8C-D723A49BB8BE}" srcOrd="4" destOrd="0" presId="urn:microsoft.com/office/officeart/2005/8/layout/vList2"/>
    <dgm:cxn modelId="{A04900FE-C805-D648-A1AE-575A968A7940}" type="presParOf" srcId="{2D7CC78F-99EB-F748-AD32-B6735ECB8F84}" destId="{6DDCA2AA-E20F-8F46-B895-6DF60120F071}" srcOrd="5" destOrd="0" presId="urn:microsoft.com/office/officeart/2005/8/layout/vList2"/>
    <dgm:cxn modelId="{8A1D3CB6-137C-0D4D-B909-F4F214724D40}" type="presParOf" srcId="{2D7CC78F-99EB-F748-AD32-B6735ECB8F84}" destId="{D9D0745A-8D62-6448-984D-61369D6824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90054AA-607F-4CE8-8BAB-7EC15A83B20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D352CE8-455A-4629-9798-1C82CFD4BDE8}">
      <dgm:prSet/>
      <dgm:spPr/>
      <dgm:t>
        <a:bodyPr/>
        <a:lstStyle/>
        <a:p>
          <a:r>
            <a:rPr lang="en-US"/>
            <a:t>High recall (0.88) enables proactive detection of severe accidents</a:t>
          </a:r>
        </a:p>
      </dgm:t>
    </dgm:pt>
    <dgm:pt modelId="{18335AFD-6DDA-4EDF-AFB6-F25E75F41803}" type="parTrans" cxnId="{113AE51E-48E7-4866-8419-3D5551FEA32B}">
      <dgm:prSet/>
      <dgm:spPr/>
      <dgm:t>
        <a:bodyPr/>
        <a:lstStyle/>
        <a:p>
          <a:endParaRPr lang="en-US"/>
        </a:p>
      </dgm:t>
    </dgm:pt>
    <dgm:pt modelId="{CE29741F-E949-4B31-B6ED-E91A08BC96DC}" type="sibTrans" cxnId="{113AE51E-48E7-4866-8419-3D5551FEA32B}">
      <dgm:prSet/>
      <dgm:spPr/>
      <dgm:t>
        <a:bodyPr/>
        <a:lstStyle/>
        <a:p>
          <a:endParaRPr lang="en-US"/>
        </a:p>
      </dgm:t>
    </dgm:pt>
    <dgm:pt modelId="{EB3271A0-4B9F-49AB-95F9-8EB661268EAE}">
      <dgm:prSet/>
      <dgm:spPr/>
      <dgm:t>
        <a:bodyPr/>
        <a:lstStyle/>
        <a:p>
          <a:r>
            <a:rPr lang="en-US"/>
            <a:t>LightGBM delivers best performance</a:t>
          </a:r>
        </a:p>
      </dgm:t>
    </dgm:pt>
    <dgm:pt modelId="{E9ED2081-41E8-43F5-BB63-B5BCC0D87322}" type="parTrans" cxnId="{92E57710-3EC9-46BC-AD00-84453FD7815A}">
      <dgm:prSet/>
      <dgm:spPr/>
      <dgm:t>
        <a:bodyPr/>
        <a:lstStyle/>
        <a:p>
          <a:endParaRPr lang="en-US"/>
        </a:p>
      </dgm:t>
    </dgm:pt>
    <dgm:pt modelId="{11603EF3-7454-42DB-9C8F-439AAAA0348A}" type="sibTrans" cxnId="{92E57710-3EC9-46BC-AD00-84453FD7815A}">
      <dgm:prSet/>
      <dgm:spPr/>
      <dgm:t>
        <a:bodyPr/>
        <a:lstStyle/>
        <a:p>
          <a:endParaRPr lang="en-US"/>
        </a:p>
      </dgm:t>
    </dgm:pt>
    <dgm:pt modelId="{6A90BF31-B4BD-402D-9405-1C3335E7EF8C}">
      <dgm:prSet/>
      <dgm:spPr/>
      <dgm:t>
        <a:bodyPr/>
        <a:lstStyle/>
        <a:p>
          <a:r>
            <a:rPr lang="en-US" dirty="0"/>
            <a:t>Supports safety-focused decisions</a:t>
          </a:r>
        </a:p>
      </dgm:t>
    </dgm:pt>
    <dgm:pt modelId="{BAA3EA16-D352-4463-A19B-FA9A4C9625AE}" type="parTrans" cxnId="{14452A33-F682-44FF-BC4C-C0126AA56C4A}">
      <dgm:prSet/>
      <dgm:spPr/>
      <dgm:t>
        <a:bodyPr/>
        <a:lstStyle/>
        <a:p>
          <a:endParaRPr lang="en-US"/>
        </a:p>
      </dgm:t>
    </dgm:pt>
    <dgm:pt modelId="{D025AEEC-5390-48DD-93DD-25C7156BBA81}" type="sibTrans" cxnId="{14452A33-F682-44FF-BC4C-C0126AA56C4A}">
      <dgm:prSet/>
      <dgm:spPr/>
      <dgm:t>
        <a:bodyPr/>
        <a:lstStyle/>
        <a:p>
          <a:endParaRPr lang="en-US"/>
        </a:p>
      </dgm:t>
    </dgm:pt>
    <dgm:pt modelId="{50A8F3BC-2322-4D77-9311-E6E603D1EC1E}" type="pres">
      <dgm:prSet presAssocID="{890054AA-607F-4CE8-8BAB-7EC15A83B206}" presName="root" presStyleCnt="0">
        <dgm:presLayoutVars>
          <dgm:dir/>
          <dgm:resizeHandles val="exact"/>
        </dgm:presLayoutVars>
      </dgm:prSet>
      <dgm:spPr/>
    </dgm:pt>
    <dgm:pt modelId="{02F4A7DD-475D-4FF6-A161-DFB3795160D6}" type="pres">
      <dgm:prSet presAssocID="{FD352CE8-455A-4629-9798-1C82CFD4BDE8}" presName="compNode" presStyleCnt="0"/>
      <dgm:spPr/>
    </dgm:pt>
    <dgm:pt modelId="{477162CF-3EDF-4236-87DF-572AD59874CB}" type="pres">
      <dgm:prSet presAssocID="{FD352CE8-455A-4629-9798-1C82CFD4BDE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5E905F21-795C-46F2-B1AA-3F5C3FB794EB}" type="pres">
      <dgm:prSet presAssocID="{FD352CE8-455A-4629-9798-1C82CFD4BDE8}" presName="spaceRect" presStyleCnt="0"/>
      <dgm:spPr/>
    </dgm:pt>
    <dgm:pt modelId="{4E85A58E-A18F-4A02-B4AD-0BCDC54B48AA}" type="pres">
      <dgm:prSet presAssocID="{FD352CE8-455A-4629-9798-1C82CFD4BDE8}" presName="textRect" presStyleLbl="revTx" presStyleIdx="0" presStyleCnt="3">
        <dgm:presLayoutVars>
          <dgm:chMax val="1"/>
          <dgm:chPref val="1"/>
        </dgm:presLayoutVars>
      </dgm:prSet>
      <dgm:spPr/>
    </dgm:pt>
    <dgm:pt modelId="{8D8C1B04-0A34-4F06-A4BC-4CDBCC8D7473}" type="pres">
      <dgm:prSet presAssocID="{CE29741F-E949-4B31-B6ED-E91A08BC96DC}" presName="sibTrans" presStyleCnt="0"/>
      <dgm:spPr/>
    </dgm:pt>
    <dgm:pt modelId="{D986F2B5-D25F-44C2-A937-E2F00D62F26E}" type="pres">
      <dgm:prSet presAssocID="{EB3271A0-4B9F-49AB-95F9-8EB661268EAE}" presName="compNode" presStyleCnt="0"/>
      <dgm:spPr/>
    </dgm:pt>
    <dgm:pt modelId="{54081310-F376-4979-A2B8-9A2C950C03FC}" type="pres">
      <dgm:prSet presAssocID="{EB3271A0-4B9F-49AB-95F9-8EB661268EA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B21A35A-9132-4012-ABC7-99D98BF2B162}" type="pres">
      <dgm:prSet presAssocID="{EB3271A0-4B9F-49AB-95F9-8EB661268EAE}" presName="spaceRect" presStyleCnt="0"/>
      <dgm:spPr/>
    </dgm:pt>
    <dgm:pt modelId="{5234A5DC-976C-4579-9A64-A08CF75CB2E9}" type="pres">
      <dgm:prSet presAssocID="{EB3271A0-4B9F-49AB-95F9-8EB661268EAE}" presName="textRect" presStyleLbl="revTx" presStyleIdx="1" presStyleCnt="3">
        <dgm:presLayoutVars>
          <dgm:chMax val="1"/>
          <dgm:chPref val="1"/>
        </dgm:presLayoutVars>
      </dgm:prSet>
      <dgm:spPr/>
    </dgm:pt>
    <dgm:pt modelId="{EF437F9E-3713-45E1-88C9-D23B9F0F8D02}" type="pres">
      <dgm:prSet presAssocID="{11603EF3-7454-42DB-9C8F-439AAAA0348A}" presName="sibTrans" presStyleCnt="0"/>
      <dgm:spPr/>
    </dgm:pt>
    <dgm:pt modelId="{543EB711-5FBD-4ACA-BFB3-6A61ED2F36F3}" type="pres">
      <dgm:prSet presAssocID="{6A90BF31-B4BD-402D-9405-1C3335E7EF8C}" presName="compNode" presStyleCnt="0"/>
      <dgm:spPr/>
    </dgm:pt>
    <dgm:pt modelId="{F15F8987-7342-472E-9ACA-50CC7FE00C8C}" type="pres">
      <dgm:prSet presAssocID="{6A90BF31-B4BD-402D-9405-1C3335E7EF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79622C-060E-46E8-9652-CAD609225F67}" type="pres">
      <dgm:prSet presAssocID="{6A90BF31-B4BD-402D-9405-1C3335E7EF8C}" presName="spaceRect" presStyleCnt="0"/>
      <dgm:spPr/>
    </dgm:pt>
    <dgm:pt modelId="{CE81E9A2-5046-438E-8EA2-5B32A337A0D5}" type="pres">
      <dgm:prSet presAssocID="{6A90BF31-B4BD-402D-9405-1C3335E7EF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E57710-3EC9-46BC-AD00-84453FD7815A}" srcId="{890054AA-607F-4CE8-8BAB-7EC15A83B206}" destId="{EB3271A0-4B9F-49AB-95F9-8EB661268EAE}" srcOrd="1" destOrd="0" parTransId="{E9ED2081-41E8-43F5-BB63-B5BCC0D87322}" sibTransId="{11603EF3-7454-42DB-9C8F-439AAAA0348A}"/>
    <dgm:cxn modelId="{113AE51E-48E7-4866-8419-3D5551FEA32B}" srcId="{890054AA-607F-4CE8-8BAB-7EC15A83B206}" destId="{FD352CE8-455A-4629-9798-1C82CFD4BDE8}" srcOrd="0" destOrd="0" parTransId="{18335AFD-6DDA-4EDF-AFB6-F25E75F41803}" sibTransId="{CE29741F-E949-4B31-B6ED-E91A08BC96DC}"/>
    <dgm:cxn modelId="{5672E827-699B-437B-89DB-3A6321E6371C}" type="presOf" srcId="{EB3271A0-4B9F-49AB-95F9-8EB661268EAE}" destId="{5234A5DC-976C-4579-9A64-A08CF75CB2E9}" srcOrd="0" destOrd="0" presId="urn:microsoft.com/office/officeart/2018/2/layout/IconLabelList"/>
    <dgm:cxn modelId="{14452A33-F682-44FF-BC4C-C0126AA56C4A}" srcId="{890054AA-607F-4CE8-8BAB-7EC15A83B206}" destId="{6A90BF31-B4BD-402D-9405-1C3335E7EF8C}" srcOrd="2" destOrd="0" parTransId="{BAA3EA16-D352-4463-A19B-FA9A4C9625AE}" sibTransId="{D025AEEC-5390-48DD-93DD-25C7156BBA81}"/>
    <dgm:cxn modelId="{67880671-850B-475B-9E59-7DCC49C090CC}" type="presOf" srcId="{890054AA-607F-4CE8-8BAB-7EC15A83B206}" destId="{50A8F3BC-2322-4D77-9311-E6E603D1EC1E}" srcOrd="0" destOrd="0" presId="urn:microsoft.com/office/officeart/2018/2/layout/IconLabelList"/>
    <dgm:cxn modelId="{434028CA-24E1-4E5E-9E14-2B77C8B10E0A}" type="presOf" srcId="{6A90BF31-B4BD-402D-9405-1C3335E7EF8C}" destId="{CE81E9A2-5046-438E-8EA2-5B32A337A0D5}" srcOrd="0" destOrd="0" presId="urn:microsoft.com/office/officeart/2018/2/layout/IconLabelList"/>
    <dgm:cxn modelId="{608C87D0-FE02-4BCA-9B80-CC6B627259EE}" type="presOf" srcId="{FD352CE8-455A-4629-9798-1C82CFD4BDE8}" destId="{4E85A58E-A18F-4A02-B4AD-0BCDC54B48AA}" srcOrd="0" destOrd="0" presId="urn:microsoft.com/office/officeart/2018/2/layout/IconLabelList"/>
    <dgm:cxn modelId="{2F6912FA-7E58-47F6-9F6C-F6CE38105D18}" type="presParOf" srcId="{50A8F3BC-2322-4D77-9311-E6E603D1EC1E}" destId="{02F4A7DD-475D-4FF6-A161-DFB3795160D6}" srcOrd="0" destOrd="0" presId="urn:microsoft.com/office/officeart/2018/2/layout/IconLabelList"/>
    <dgm:cxn modelId="{C1F7539C-BF47-498F-B573-DE3799827E4D}" type="presParOf" srcId="{02F4A7DD-475D-4FF6-A161-DFB3795160D6}" destId="{477162CF-3EDF-4236-87DF-572AD59874CB}" srcOrd="0" destOrd="0" presId="urn:microsoft.com/office/officeart/2018/2/layout/IconLabelList"/>
    <dgm:cxn modelId="{3160D9D8-5F14-420E-8D93-931F5690B19D}" type="presParOf" srcId="{02F4A7DD-475D-4FF6-A161-DFB3795160D6}" destId="{5E905F21-795C-46F2-B1AA-3F5C3FB794EB}" srcOrd="1" destOrd="0" presId="urn:microsoft.com/office/officeart/2018/2/layout/IconLabelList"/>
    <dgm:cxn modelId="{FA6DAE19-7A6D-4FEF-A3A5-F8B9A0AB08A5}" type="presParOf" srcId="{02F4A7DD-475D-4FF6-A161-DFB3795160D6}" destId="{4E85A58E-A18F-4A02-B4AD-0BCDC54B48AA}" srcOrd="2" destOrd="0" presId="urn:microsoft.com/office/officeart/2018/2/layout/IconLabelList"/>
    <dgm:cxn modelId="{58F864E3-0E8F-43D9-8372-2E3A67D3CF46}" type="presParOf" srcId="{50A8F3BC-2322-4D77-9311-E6E603D1EC1E}" destId="{8D8C1B04-0A34-4F06-A4BC-4CDBCC8D7473}" srcOrd="1" destOrd="0" presId="urn:microsoft.com/office/officeart/2018/2/layout/IconLabelList"/>
    <dgm:cxn modelId="{43446542-0207-4B5B-9ACE-45C0F248CFAA}" type="presParOf" srcId="{50A8F3BC-2322-4D77-9311-E6E603D1EC1E}" destId="{D986F2B5-D25F-44C2-A937-E2F00D62F26E}" srcOrd="2" destOrd="0" presId="urn:microsoft.com/office/officeart/2018/2/layout/IconLabelList"/>
    <dgm:cxn modelId="{957D669B-41A3-403E-B97C-5C110DBA2773}" type="presParOf" srcId="{D986F2B5-D25F-44C2-A937-E2F00D62F26E}" destId="{54081310-F376-4979-A2B8-9A2C950C03FC}" srcOrd="0" destOrd="0" presId="urn:microsoft.com/office/officeart/2018/2/layout/IconLabelList"/>
    <dgm:cxn modelId="{44147166-E08C-4157-B1D5-2BA7DE2401E1}" type="presParOf" srcId="{D986F2B5-D25F-44C2-A937-E2F00D62F26E}" destId="{9B21A35A-9132-4012-ABC7-99D98BF2B162}" srcOrd="1" destOrd="0" presId="urn:microsoft.com/office/officeart/2018/2/layout/IconLabelList"/>
    <dgm:cxn modelId="{B5DD205D-2847-4C2A-928A-A03234791403}" type="presParOf" srcId="{D986F2B5-D25F-44C2-A937-E2F00D62F26E}" destId="{5234A5DC-976C-4579-9A64-A08CF75CB2E9}" srcOrd="2" destOrd="0" presId="urn:microsoft.com/office/officeart/2018/2/layout/IconLabelList"/>
    <dgm:cxn modelId="{4B404332-7918-4ADD-A540-421DD221D90A}" type="presParOf" srcId="{50A8F3BC-2322-4D77-9311-E6E603D1EC1E}" destId="{EF437F9E-3713-45E1-88C9-D23B9F0F8D02}" srcOrd="3" destOrd="0" presId="urn:microsoft.com/office/officeart/2018/2/layout/IconLabelList"/>
    <dgm:cxn modelId="{3C6C45CD-14DF-4E1F-B15B-C171F50B1C54}" type="presParOf" srcId="{50A8F3BC-2322-4D77-9311-E6E603D1EC1E}" destId="{543EB711-5FBD-4ACA-BFB3-6A61ED2F36F3}" srcOrd="4" destOrd="0" presId="urn:microsoft.com/office/officeart/2018/2/layout/IconLabelList"/>
    <dgm:cxn modelId="{B25AF6C2-0D29-487A-A198-2FB3EDF0F1F9}" type="presParOf" srcId="{543EB711-5FBD-4ACA-BFB3-6A61ED2F36F3}" destId="{F15F8987-7342-472E-9ACA-50CC7FE00C8C}" srcOrd="0" destOrd="0" presId="urn:microsoft.com/office/officeart/2018/2/layout/IconLabelList"/>
    <dgm:cxn modelId="{D093BC7D-56B1-45B0-BF24-F0F6C2524EC4}" type="presParOf" srcId="{543EB711-5FBD-4ACA-BFB3-6A61ED2F36F3}" destId="{5B79622C-060E-46E8-9652-CAD609225F67}" srcOrd="1" destOrd="0" presId="urn:microsoft.com/office/officeart/2018/2/layout/IconLabelList"/>
    <dgm:cxn modelId="{645AB176-7800-4178-87DE-11BFDCF19390}" type="presParOf" srcId="{543EB711-5FBD-4ACA-BFB3-6A61ED2F36F3}" destId="{CE81E9A2-5046-438E-8EA2-5B32A337A0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E1014-6824-AA41-99BB-22064745FD82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234FF-6F9E-B94B-B8A6-4ADB041C4048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Objective: Predict high-severity accidents (Severity &gt;= 3)</a:t>
          </a:r>
        </a:p>
      </dsp:txBody>
      <dsp:txXfrm>
        <a:off x="224776" y="1422745"/>
        <a:ext cx="1650639" cy="1024880"/>
      </dsp:txXfrm>
    </dsp:sp>
    <dsp:sp modelId="{74508E03-B142-AE42-8B7E-955825E12A32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485B6-1EAE-244B-AAF1-70BDB4835CD1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Reframe as binary classification: is_high_severity</a:t>
          </a:r>
        </a:p>
      </dsp:txBody>
      <dsp:txXfrm>
        <a:off x="2320165" y="1422745"/>
        <a:ext cx="1650639" cy="1024880"/>
      </dsp:txXfrm>
    </dsp:sp>
    <dsp:sp modelId="{BEE5CD73-E0A8-7947-BE18-EB1DAB0902A0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7B87C-F566-1346-AC91-2C1D9107EDB4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Operational goal: minimize false negatives (safety-critical)</a:t>
          </a:r>
        </a:p>
      </dsp:txBody>
      <dsp:txXfrm>
        <a:off x="4415555" y="1422745"/>
        <a:ext cx="1650639" cy="1024880"/>
      </dsp:txXfrm>
    </dsp:sp>
    <dsp:sp modelId="{0D750B60-6F58-DB42-94F4-F4A7F83E1A0A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C95F4-1597-2248-A3A7-E578765F5940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source: US Accidents (Kaggle)</a:t>
          </a:r>
        </a:p>
      </dsp:txBody>
      <dsp:txXfrm>
        <a:off x="6510945" y="1422745"/>
        <a:ext cx="1650639" cy="1024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AD955-203D-4E14-83C9-49826F77E6D3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EFF14-42E5-4CE9-BA23-54F5491F92A3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68621-7EE1-491A-A14B-3C56F27DFCC5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Colab environment; Google Drive mounted</a:t>
          </a:r>
        </a:p>
      </dsp:txBody>
      <dsp:txXfrm>
        <a:off x="1297085" y="2215"/>
        <a:ext cx="3691354" cy="1123017"/>
      </dsp:txXfrm>
    </dsp:sp>
    <dsp:sp modelId="{6BBFC5A2-3C82-4A7C-BDB8-54674F5338C6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BEF38-3755-4461-B2F4-CDC8CA8757E7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8859A-6D54-4689-BE01-E3DB215E76C2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Paths defined for raw/interim/processed/artifacts</a:t>
          </a:r>
        </a:p>
      </dsp:txBody>
      <dsp:txXfrm>
        <a:off x="1297085" y="1405987"/>
        <a:ext cx="3691354" cy="1123017"/>
      </dsp:txXfrm>
    </dsp:sp>
    <dsp:sp modelId="{1BFFA404-0EFD-461D-A5F4-2535D14E4573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6055B-B0D2-486B-96B7-4A40050158A1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0E7AC-0E0E-473C-AA68-1CC83E92ABA8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Primary dataset: US_Accidents_March23.csv</a:t>
          </a:r>
        </a:p>
      </dsp:txBody>
      <dsp:txXfrm>
        <a:off x="1297085" y="2809759"/>
        <a:ext cx="3691354" cy="1123017"/>
      </dsp:txXfrm>
    </dsp:sp>
    <dsp:sp modelId="{0B5E96B7-6566-49B9-B8F7-ED6A6D6A46FC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A2EE5-3F7A-4711-BBFD-DBE103164214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DAA78-F53D-497B-B90E-CEB44A9102B3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DuckDB used for scalable querying and Parquet export</a:t>
          </a:r>
        </a:p>
      </dsp:txBody>
      <dsp:txXfrm>
        <a:off x="1297085" y="4213530"/>
        <a:ext cx="3691354" cy="1123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4B3D5-5E10-AC40-8E7B-E120B2A916F6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DuckDB COPY from CSV with LIMIT 300,000</a:t>
          </a:r>
        </a:p>
      </dsp:txBody>
      <dsp:txXfrm>
        <a:off x="52359" y="53542"/>
        <a:ext cx="8124882" cy="967861"/>
      </dsp:txXfrm>
    </dsp:sp>
    <dsp:sp modelId="{41369713-A903-2F4D-89ED-4572D8CF2084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Output: dev_sample.parquet (interim)</a:t>
          </a:r>
        </a:p>
      </dsp:txBody>
      <dsp:txXfrm>
        <a:off x="52359" y="1203881"/>
        <a:ext cx="8124882" cy="967861"/>
      </dsp:txXfrm>
    </dsp:sp>
    <dsp:sp modelId="{D21F3C95-3DA1-4543-9A13-4A2D69375312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Rationale: manageable compute while preserving distribution</a:t>
          </a:r>
        </a:p>
      </dsp:txBody>
      <dsp:txXfrm>
        <a:off x="52359" y="2354220"/>
        <a:ext cx="8124882" cy="967861"/>
      </dsp:txXfrm>
    </dsp:sp>
    <dsp:sp modelId="{4EAE8270-7E60-C54B-91C9-68CD32E4DFC9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Ignore CSV errors to ensure robust ingestion</a:t>
          </a:r>
        </a:p>
      </dsp:txBody>
      <dsp:txXfrm>
        <a:off x="52359" y="3504559"/>
        <a:ext cx="8124882" cy="967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03745-681C-467A-92E4-170DBBD98991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16768-77EA-4953-9064-BDE833C872A1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0AAF9-0CDE-4834-89FA-BA57B69CCAF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 split_bucket via hash(row_number()) % 100</a:t>
          </a:r>
        </a:p>
      </dsp:txBody>
      <dsp:txXfrm>
        <a:off x="1340173" y="795493"/>
        <a:ext cx="2552269" cy="1082781"/>
      </dsp:txXfrm>
    </dsp:sp>
    <dsp:sp modelId="{EB1C5FF2-3104-483A-B010-2C2FC58E38AC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BBAF1-869E-4648-8140-1476CF4C1F32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AD13A-3AC0-467A-B6E6-7CBE428F2C29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Train: &lt;70, Validation: 70–85, Test: &gt;=85</a:t>
          </a:r>
        </a:p>
      </dsp:txBody>
      <dsp:txXfrm>
        <a:off x="5651962" y="795493"/>
        <a:ext cx="2552269" cy="1082781"/>
      </dsp:txXfrm>
    </dsp:sp>
    <dsp:sp modelId="{4E824EB5-04D9-497D-9618-9ADF574324DE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A59FD-17CF-46CA-81EE-3A61764B28C2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D45E3-04B2-4E90-A349-B6A354CB717E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Outputs: train.parquet, val.parquet, test.parquet</a:t>
          </a:r>
        </a:p>
      </dsp:txBody>
      <dsp:txXfrm>
        <a:off x="1340173" y="2647688"/>
        <a:ext cx="2552269" cy="1082781"/>
      </dsp:txXfrm>
    </dsp:sp>
    <dsp:sp modelId="{CA42DD3C-08DF-47E7-A246-D8E0B2E6EE47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322FA-3D1E-4C75-814A-CE5720384944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4CF6E-083A-4CD4-974C-8641ED13A88E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Ensures reproducibility across runs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970ED-6F0C-B540-B5B8-3B2CC272AC65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Train: 209,511 rows</a:t>
          </a:r>
        </a:p>
      </dsp:txBody>
      <dsp:txXfrm>
        <a:off x="50347" y="64858"/>
        <a:ext cx="8128906" cy="930660"/>
      </dsp:txXfrm>
    </dsp:sp>
    <dsp:sp modelId="{D8AFA29E-34FC-9B4E-9D92-781CDD806C9A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Validation: 44,995 rows</a:t>
          </a:r>
        </a:p>
      </dsp:txBody>
      <dsp:txXfrm>
        <a:off x="50347" y="1220053"/>
        <a:ext cx="8128906" cy="930660"/>
      </dsp:txXfrm>
    </dsp:sp>
    <dsp:sp modelId="{4AFF7702-5926-3E46-9AFB-0A52F13F98F2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Test: 45,494 rows</a:t>
          </a:r>
        </a:p>
      </dsp:txBody>
      <dsp:txXfrm>
        <a:off x="50347" y="2375248"/>
        <a:ext cx="8128906" cy="930660"/>
      </dsp:txXfrm>
    </dsp:sp>
    <dsp:sp modelId="{FB077FC3-11BA-5B42-84AE-490045605CA0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Total: 300,000 rows</a:t>
          </a:r>
        </a:p>
      </dsp:txBody>
      <dsp:txXfrm>
        <a:off x="50347" y="3530443"/>
        <a:ext cx="8128906" cy="9306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6FF20-F519-4E40-978E-821E5B7A98CE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Severity 2 ~63%, Severity 3 ~37%</a:t>
          </a:r>
        </a:p>
      </dsp:txBody>
      <dsp:txXfrm>
        <a:off x="50347" y="64858"/>
        <a:ext cx="8128906" cy="930660"/>
      </dsp:txXfrm>
    </dsp:sp>
    <dsp:sp modelId="{ABD2C25D-87ED-7C43-AD57-881908399DF3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Severity 1 and 4 &lt;0.1% each (rare)</a:t>
          </a:r>
        </a:p>
      </dsp:txBody>
      <dsp:txXfrm>
        <a:off x="50347" y="1220053"/>
        <a:ext cx="8128906" cy="930660"/>
      </dsp:txXfrm>
    </dsp:sp>
    <dsp:sp modelId="{87D67839-9546-0145-BBEF-DB8823F76612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Distribution consistent across splits</a:t>
          </a:r>
        </a:p>
      </dsp:txBody>
      <dsp:txXfrm>
        <a:off x="50347" y="2375248"/>
        <a:ext cx="8128906" cy="930660"/>
      </dsp:txXfrm>
    </dsp:sp>
    <dsp:sp modelId="{69803C79-5D15-F24D-A601-93B745FDBBA3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Implication: strong class imbalance</a:t>
          </a:r>
        </a:p>
      </dsp:txBody>
      <dsp:txXfrm>
        <a:off x="50347" y="3530443"/>
        <a:ext cx="8128906" cy="9306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AB9EC-CAEB-2249-9698-1047E45A9D23}">
      <dsp:nvSpPr>
        <dsp:cNvPr id="0" name=""/>
        <dsp:cNvSpPr/>
      </dsp:nvSpPr>
      <dsp:spPr>
        <a:xfrm rot="5400000">
          <a:off x="2018784" y="492047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TRY_CAST End_Lat/End_Lng to DOUBLE</a:t>
          </a:r>
        </a:p>
      </dsp:txBody>
      <dsp:txXfrm rot="-5400000">
        <a:off x="2284722" y="612481"/>
        <a:ext cx="794003" cy="912648"/>
      </dsp:txXfrm>
    </dsp:sp>
    <dsp:sp modelId="{6BC4CADB-D4B1-6A44-9FAF-34B9F422A88E}">
      <dsp:nvSpPr>
        <dsp:cNvPr id="0" name=""/>
        <dsp:cNvSpPr/>
      </dsp:nvSpPr>
      <dsp:spPr>
        <a:xfrm>
          <a:off x="3293485" y="671041"/>
          <a:ext cx="1479682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EC949F-EB31-8E42-AD91-DF879ADEAA5E}">
      <dsp:nvSpPr>
        <dsp:cNvPr id="0" name=""/>
        <dsp:cNvSpPr/>
      </dsp:nvSpPr>
      <dsp:spPr>
        <a:xfrm rot="5400000">
          <a:off x="772988" y="492047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038926" y="612481"/>
        <a:ext cx="794003" cy="912648"/>
      </dsp:txXfrm>
    </dsp:sp>
    <dsp:sp modelId="{F56A5D07-105C-E041-A919-8FCC6EA96721}">
      <dsp:nvSpPr>
        <dsp:cNvPr id="0" name=""/>
        <dsp:cNvSpPr/>
      </dsp:nvSpPr>
      <dsp:spPr>
        <a:xfrm rot="5400000">
          <a:off x="1393499" y="1617454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Boolean fields COALESCE -&gt; 0/1 integers</a:t>
          </a:r>
        </a:p>
      </dsp:txBody>
      <dsp:txXfrm rot="-5400000">
        <a:off x="1659437" y="1737888"/>
        <a:ext cx="794003" cy="912648"/>
      </dsp:txXfrm>
    </dsp:sp>
    <dsp:sp modelId="{5D77E70D-C6C5-E145-948C-7CD5D33BC8C7}">
      <dsp:nvSpPr>
        <dsp:cNvPr id="0" name=""/>
        <dsp:cNvSpPr/>
      </dsp:nvSpPr>
      <dsp:spPr>
        <a:xfrm>
          <a:off x="0" y="1796448"/>
          <a:ext cx="1431950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43F28F-15D1-2046-B0A7-D7815253FBD5}">
      <dsp:nvSpPr>
        <dsp:cNvPr id="0" name=""/>
        <dsp:cNvSpPr/>
      </dsp:nvSpPr>
      <dsp:spPr>
        <a:xfrm rot="5400000">
          <a:off x="2639296" y="1617454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905234" y="1737888"/>
        <a:ext cx="794003" cy="912648"/>
      </dsp:txXfrm>
    </dsp:sp>
    <dsp:sp modelId="{AF92F5E8-E5F0-CF42-BB71-FCFD6EC7E937}">
      <dsp:nvSpPr>
        <dsp:cNvPr id="0" name=""/>
        <dsp:cNvSpPr/>
      </dsp:nvSpPr>
      <dsp:spPr>
        <a:xfrm rot="5400000">
          <a:off x="2018784" y="2742861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Categorical NULL/blank -&gt; 'Unknown'</a:t>
          </a:r>
        </a:p>
      </dsp:txBody>
      <dsp:txXfrm rot="-5400000">
        <a:off x="2284722" y="2863295"/>
        <a:ext cx="794003" cy="912648"/>
      </dsp:txXfrm>
    </dsp:sp>
    <dsp:sp modelId="{8151FC69-D68B-BA42-96CA-ADB93F03D45D}">
      <dsp:nvSpPr>
        <dsp:cNvPr id="0" name=""/>
        <dsp:cNvSpPr/>
      </dsp:nvSpPr>
      <dsp:spPr>
        <a:xfrm>
          <a:off x="3293485" y="2921855"/>
          <a:ext cx="1479682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2786F2-9ED3-C049-8DAC-3E35D51898F7}">
      <dsp:nvSpPr>
        <dsp:cNvPr id="0" name=""/>
        <dsp:cNvSpPr/>
      </dsp:nvSpPr>
      <dsp:spPr>
        <a:xfrm rot="5400000">
          <a:off x="772988" y="2742861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038926" y="2863295"/>
        <a:ext cx="794003" cy="912648"/>
      </dsp:txXfrm>
    </dsp:sp>
    <dsp:sp modelId="{535C0796-248A-6E4F-8237-E44D3CAECC45}">
      <dsp:nvSpPr>
        <dsp:cNvPr id="0" name=""/>
        <dsp:cNvSpPr/>
      </dsp:nvSpPr>
      <dsp:spPr>
        <a:xfrm rot="5400000">
          <a:off x="1393499" y="3868268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Preserve Start_Time for feature engineering</a:t>
          </a:r>
        </a:p>
      </dsp:txBody>
      <dsp:txXfrm rot="-5400000">
        <a:off x="1659437" y="3988702"/>
        <a:ext cx="794003" cy="912648"/>
      </dsp:txXfrm>
    </dsp:sp>
    <dsp:sp modelId="{779137AB-C862-A147-8011-F38A5B30AF0A}">
      <dsp:nvSpPr>
        <dsp:cNvPr id="0" name=""/>
        <dsp:cNvSpPr/>
      </dsp:nvSpPr>
      <dsp:spPr>
        <a:xfrm>
          <a:off x="0" y="4047262"/>
          <a:ext cx="1431950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F03D9-7F45-9841-A4D1-9208731E3BEE}">
      <dsp:nvSpPr>
        <dsp:cNvPr id="0" name=""/>
        <dsp:cNvSpPr/>
      </dsp:nvSpPr>
      <dsp:spPr>
        <a:xfrm rot="5400000">
          <a:off x="2639296" y="3868268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905234" y="3988702"/>
        <a:ext cx="794003" cy="9126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B092C-89D9-9040-A7CC-6015022C179F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Derive: start_year, start_month, start_day</a:t>
          </a:r>
        </a:p>
      </dsp:txBody>
      <dsp:txXfrm>
        <a:off x="52359" y="53542"/>
        <a:ext cx="8124882" cy="967861"/>
      </dsp:txXfrm>
    </dsp:sp>
    <dsp:sp modelId="{85432C6B-69FE-9E4F-A749-1B5CB61CDDA1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Derive: start_dayofweek, start_hour</a:t>
          </a:r>
        </a:p>
      </dsp:txBody>
      <dsp:txXfrm>
        <a:off x="52359" y="1203881"/>
        <a:ext cx="8124882" cy="967861"/>
      </dsp:txXfrm>
    </dsp:sp>
    <dsp:sp modelId="{280967CB-EE69-B24D-9327-89A8313123F4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is_weekend = CASE WHEN dayofweek in (0,6) THEN 1 ELSE 0</a:t>
          </a:r>
        </a:p>
      </dsp:txBody>
      <dsp:txXfrm>
        <a:off x="52359" y="2354220"/>
        <a:ext cx="8124882" cy="967861"/>
      </dsp:txXfrm>
    </dsp:sp>
    <dsp:sp modelId="{768274BA-54AF-FE47-8235-E31C59F12B2F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Exclude post-incident features (no leakage)</a:t>
          </a:r>
        </a:p>
      </dsp:txBody>
      <dsp:txXfrm>
        <a:off x="52359" y="3504559"/>
        <a:ext cx="8124882" cy="9678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2558F-5A8C-4BE7-95DD-AB13ED7621F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E0BB9-E64E-4120-ACF0-6DF80A8A23BD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Apply transformations to train/val/test via DuckDB</a:t>
          </a:r>
        </a:p>
      </dsp:txBody>
      <dsp:txXfrm>
        <a:off x="42299" y="2443760"/>
        <a:ext cx="1800000" cy="720000"/>
      </dsp:txXfrm>
    </dsp:sp>
    <dsp:sp modelId="{D7F21132-4ABA-4D84-AC3F-FA566BC18FFF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74370-5A62-4DBE-A9AE-5367EC522900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Outputs: *_features.parquet</a:t>
          </a:r>
        </a:p>
      </dsp:txBody>
      <dsp:txXfrm>
        <a:off x="2157300" y="2443760"/>
        <a:ext cx="1800000" cy="720000"/>
      </dsp:txXfrm>
    </dsp:sp>
    <dsp:sp modelId="{69A12765-BE26-404B-87DA-8781768DC320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DCA1B-ED8E-4AF5-9843-3D91AAE50DC7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Consistent schema across splits</a:t>
          </a:r>
        </a:p>
      </dsp:txBody>
      <dsp:txXfrm>
        <a:off x="4272300" y="2443760"/>
        <a:ext cx="1800000" cy="720000"/>
      </dsp:txXfrm>
    </dsp:sp>
    <dsp:sp modelId="{FC09B72E-DA99-453D-A9F6-07A575E940F8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FA954-6CD9-4252-8547-76489A94A37C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Ready for modeling and EDA</a:t>
          </a:r>
        </a:p>
      </dsp:txBody>
      <dsp:txXfrm>
        <a:off x="6387300" y="2443760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BFEE2-FC27-4E16-B9BC-563D5E68E3B9}">
      <dsp:nvSpPr>
        <dsp:cNvPr id="0" name=""/>
        <dsp:cNvSpPr/>
      </dsp:nvSpPr>
      <dsp:spPr>
        <a:xfrm>
          <a:off x="582543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EFDA1-D24A-4F07-BA2D-9D11627FEE36}">
      <dsp:nvSpPr>
        <dsp:cNvPr id="0" name=""/>
        <dsp:cNvSpPr/>
      </dsp:nvSpPr>
      <dsp:spPr>
        <a:xfrm>
          <a:off x="87543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Rows: 209,511 (train)</a:t>
          </a:r>
        </a:p>
      </dsp:txBody>
      <dsp:txXfrm>
        <a:off x="87543" y="2258915"/>
        <a:ext cx="1800000" cy="720000"/>
      </dsp:txXfrm>
    </dsp:sp>
    <dsp:sp modelId="{FC1DCB2B-3569-4F72-8A9D-205EDA0B7D60}">
      <dsp:nvSpPr>
        <dsp:cNvPr id="0" name=""/>
        <dsp:cNvSpPr/>
      </dsp:nvSpPr>
      <dsp:spPr>
        <a:xfrm>
          <a:off x="2697543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5656F-0F48-412E-9711-025C0DE8EB98}">
      <dsp:nvSpPr>
        <dsp:cNvPr id="0" name=""/>
        <dsp:cNvSpPr/>
      </dsp:nvSpPr>
      <dsp:spPr>
        <a:xfrm>
          <a:off x="2202543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 severity rate ~0.372</a:t>
          </a:r>
        </a:p>
      </dsp:txBody>
      <dsp:txXfrm>
        <a:off x="2202543" y="2258915"/>
        <a:ext cx="1800000" cy="720000"/>
      </dsp:txXfrm>
    </dsp:sp>
    <dsp:sp modelId="{D81EC00C-2420-44E5-B358-817D49773B85}">
      <dsp:nvSpPr>
        <dsp:cNvPr id="0" name=""/>
        <dsp:cNvSpPr/>
      </dsp:nvSpPr>
      <dsp:spPr>
        <a:xfrm>
          <a:off x="4812543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6E6B0-6468-41DE-83CC-D2093694B4A7}">
      <dsp:nvSpPr>
        <dsp:cNvPr id="0" name=""/>
        <dsp:cNvSpPr/>
      </dsp:nvSpPr>
      <dsp:spPr>
        <a:xfrm>
          <a:off x="4317543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Avg distance ~0.0486 miles</a:t>
          </a:r>
        </a:p>
      </dsp:txBody>
      <dsp:txXfrm>
        <a:off x="4317543" y="2258915"/>
        <a:ext cx="1800000" cy="720000"/>
      </dsp:txXfrm>
    </dsp:sp>
    <dsp:sp modelId="{E8E06811-6702-4102-8247-41A8BF72F56C}">
      <dsp:nvSpPr>
        <dsp:cNvPr id="0" name=""/>
        <dsp:cNvSpPr/>
      </dsp:nvSpPr>
      <dsp:spPr>
        <a:xfrm>
          <a:off x="6927543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36A35-9721-419B-9695-3CE6F90959E1}">
      <dsp:nvSpPr>
        <dsp:cNvPr id="0" name=""/>
        <dsp:cNvSpPr/>
      </dsp:nvSpPr>
      <dsp:spPr>
        <a:xfrm>
          <a:off x="6432543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Sanity check on distributions</a:t>
          </a:r>
        </a:p>
      </dsp:txBody>
      <dsp:txXfrm>
        <a:off x="6432543" y="2258915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6540D-9BD2-EC43-A90D-A733061273A4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994D1-5B69-4E43-A2A2-D2E77D819834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is_high_severity = (Severity &gt;= 3).astype(int)</a:t>
          </a:r>
        </a:p>
      </dsp:txBody>
      <dsp:txXfrm>
        <a:off x="2367950" y="516132"/>
        <a:ext cx="1592793" cy="1592793"/>
      </dsp:txXfrm>
    </dsp:sp>
    <dsp:sp modelId="{4D56AD84-D21A-444B-ACFF-62D0C321FE7A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Positive rate ~37% across splits</a:t>
          </a:r>
        </a:p>
      </dsp:txBody>
      <dsp:txXfrm>
        <a:off x="4268855" y="516132"/>
        <a:ext cx="1592793" cy="1592793"/>
      </dsp:txXfrm>
    </dsp:sp>
    <dsp:sp modelId="{21378680-649E-9942-9FAB-9570148EA695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Consistent class balance maintained</a:t>
          </a:r>
        </a:p>
      </dsp:txBody>
      <dsp:txXfrm>
        <a:off x="2367950" y="2417036"/>
        <a:ext cx="1592793" cy="1592793"/>
      </dsp:txXfrm>
    </dsp:sp>
    <dsp:sp modelId="{DBA6BD38-BA6E-CE43-9361-598E79ACEE38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Separation of X and y for modeling</a:t>
          </a:r>
        </a:p>
      </dsp:txBody>
      <dsp:txXfrm>
        <a:off x="4268855" y="2417036"/>
        <a:ext cx="1592793" cy="15927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D6862-A038-9540-83C1-A880884B4D8F}">
      <dsp:nvSpPr>
        <dsp:cNvPr id="0" name=""/>
        <dsp:cNvSpPr/>
      </dsp:nvSpPr>
      <dsp:spPr>
        <a:xfrm>
          <a:off x="1645920" y="2088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Exclude 'Severity' and target from features</a:t>
          </a:r>
        </a:p>
      </dsp:txBody>
      <dsp:txXfrm>
        <a:off x="1645920" y="2088"/>
        <a:ext cx="6583680" cy="1081767"/>
      </dsp:txXfrm>
    </dsp:sp>
    <dsp:sp modelId="{BC1651D1-C70A-1644-9079-EFD34F19CA6F}">
      <dsp:nvSpPr>
        <dsp:cNvPr id="0" name=""/>
        <dsp:cNvSpPr/>
      </dsp:nvSpPr>
      <dsp:spPr>
        <a:xfrm>
          <a:off x="0" y="2088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Exclude</a:t>
          </a:r>
        </a:p>
      </dsp:txBody>
      <dsp:txXfrm>
        <a:off x="0" y="2088"/>
        <a:ext cx="1645920" cy="1081767"/>
      </dsp:txXfrm>
    </dsp:sp>
    <dsp:sp modelId="{30D91584-0D02-FA41-AEB4-DDDF21530FBC}">
      <dsp:nvSpPr>
        <dsp:cNvPr id="0" name=""/>
        <dsp:cNvSpPr/>
      </dsp:nvSpPr>
      <dsp:spPr>
        <a:xfrm>
          <a:off x="1645920" y="1148761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Check overlap via hashes across splits</a:t>
          </a:r>
        </a:p>
      </dsp:txBody>
      <dsp:txXfrm>
        <a:off x="1645920" y="1148761"/>
        <a:ext cx="6583680" cy="1081767"/>
      </dsp:txXfrm>
    </dsp:sp>
    <dsp:sp modelId="{6918D5C8-A726-EB41-925B-0CFF36480175}">
      <dsp:nvSpPr>
        <dsp:cNvPr id="0" name=""/>
        <dsp:cNvSpPr/>
      </dsp:nvSpPr>
      <dsp:spPr>
        <a:xfrm>
          <a:off x="0" y="1148761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Check</a:t>
          </a:r>
        </a:p>
      </dsp:txBody>
      <dsp:txXfrm>
        <a:off x="0" y="1148761"/>
        <a:ext cx="1645920" cy="1081767"/>
      </dsp:txXfrm>
    </dsp:sp>
    <dsp:sp modelId="{0D4B86AE-977C-5249-9E3B-4B80E2B96393}">
      <dsp:nvSpPr>
        <dsp:cNvPr id="0" name=""/>
        <dsp:cNvSpPr/>
      </dsp:nvSpPr>
      <dsp:spPr>
        <a:xfrm>
          <a:off x="1645920" y="2295434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Verify feature column alignment</a:t>
          </a:r>
        </a:p>
      </dsp:txBody>
      <dsp:txXfrm>
        <a:off x="1645920" y="2295434"/>
        <a:ext cx="6583680" cy="1081767"/>
      </dsp:txXfrm>
    </dsp:sp>
    <dsp:sp modelId="{5045B8DE-1405-3E46-B733-99388FDCF264}">
      <dsp:nvSpPr>
        <dsp:cNvPr id="0" name=""/>
        <dsp:cNvSpPr/>
      </dsp:nvSpPr>
      <dsp:spPr>
        <a:xfrm>
          <a:off x="0" y="2295434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Verify</a:t>
          </a:r>
        </a:p>
      </dsp:txBody>
      <dsp:txXfrm>
        <a:off x="0" y="2295434"/>
        <a:ext cx="1645920" cy="1081767"/>
      </dsp:txXfrm>
    </dsp:sp>
    <dsp:sp modelId="{0BFBA60F-BFB8-214A-AD8E-C9D9F74E5C46}">
      <dsp:nvSpPr>
        <dsp:cNvPr id="0" name=""/>
        <dsp:cNvSpPr/>
      </dsp:nvSpPr>
      <dsp:spPr>
        <a:xfrm>
          <a:off x="1645920" y="3442107"/>
          <a:ext cx="6583680" cy="1081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742" tIns="274769" rIns="127742" bIns="2747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Detect and document duplicate rows</a:t>
          </a:r>
        </a:p>
      </dsp:txBody>
      <dsp:txXfrm>
        <a:off x="1645920" y="3442107"/>
        <a:ext cx="6583680" cy="1081767"/>
      </dsp:txXfrm>
    </dsp:sp>
    <dsp:sp modelId="{62B23456-924C-2A4B-A4FE-629509C4CBB2}">
      <dsp:nvSpPr>
        <dsp:cNvPr id="0" name=""/>
        <dsp:cNvSpPr/>
      </dsp:nvSpPr>
      <dsp:spPr>
        <a:xfrm>
          <a:off x="0" y="3442107"/>
          <a:ext cx="1645920" cy="10817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97" tIns="106855" rIns="87097" bIns="10685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Detect and document</a:t>
          </a:r>
        </a:p>
      </dsp:txBody>
      <dsp:txXfrm>
        <a:off x="0" y="3442107"/>
        <a:ext cx="1645920" cy="10817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3E2CC-3670-D440-BAD5-AFD50F2CEC6D}">
      <dsp:nvSpPr>
        <dsp:cNvPr id="0" name=""/>
        <dsp:cNvSpPr/>
      </dsp:nvSpPr>
      <dsp:spPr>
        <a:xfrm>
          <a:off x="602259" y="2663"/>
          <a:ext cx="3795604" cy="990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ColumnTransformer</a:t>
          </a:r>
        </a:p>
      </dsp:txBody>
      <dsp:txXfrm>
        <a:off x="631274" y="31678"/>
        <a:ext cx="3737574" cy="932623"/>
      </dsp:txXfrm>
    </dsp:sp>
    <dsp:sp modelId="{855DD93B-4C82-A149-94D1-64B6A3985D87}">
      <dsp:nvSpPr>
        <dsp:cNvPr id="0" name=""/>
        <dsp:cNvSpPr/>
      </dsp:nvSpPr>
      <dsp:spPr>
        <a:xfrm rot="5400000">
          <a:off x="2314314" y="1018082"/>
          <a:ext cx="371495" cy="44579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366324" y="1055231"/>
        <a:ext cx="267476" cy="260047"/>
      </dsp:txXfrm>
    </dsp:sp>
    <dsp:sp modelId="{580716AD-DAAC-0744-A415-7089DF704E8C}">
      <dsp:nvSpPr>
        <dsp:cNvPr id="0" name=""/>
        <dsp:cNvSpPr/>
      </dsp:nvSpPr>
      <dsp:spPr>
        <a:xfrm>
          <a:off x="602259" y="1488643"/>
          <a:ext cx="3795604" cy="990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Numeric: SimpleImputer(median) + StandardScaler</a:t>
          </a:r>
        </a:p>
      </dsp:txBody>
      <dsp:txXfrm>
        <a:off x="631274" y="1517658"/>
        <a:ext cx="3737574" cy="932623"/>
      </dsp:txXfrm>
    </dsp:sp>
    <dsp:sp modelId="{7211C845-80D8-F142-933E-90DA996AF971}">
      <dsp:nvSpPr>
        <dsp:cNvPr id="0" name=""/>
        <dsp:cNvSpPr/>
      </dsp:nvSpPr>
      <dsp:spPr>
        <a:xfrm rot="5400000">
          <a:off x="2314314" y="2504062"/>
          <a:ext cx="371495" cy="44579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366324" y="2541211"/>
        <a:ext cx="267476" cy="260047"/>
      </dsp:txXfrm>
    </dsp:sp>
    <dsp:sp modelId="{2051F4FB-CBD7-AB41-8BFB-FC9BE1421634}">
      <dsp:nvSpPr>
        <dsp:cNvPr id="0" name=""/>
        <dsp:cNvSpPr/>
      </dsp:nvSpPr>
      <dsp:spPr>
        <a:xfrm>
          <a:off x="602259" y="2974623"/>
          <a:ext cx="3795604" cy="990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Categorical: SimpleImputer(most_frequent) + OneHotEncoder(handle_unknown='ignore')</a:t>
          </a:r>
        </a:p>
      </dsp:txBody>
      <dsp:txXfrm>
        <a:off x="631274" y="3003638"/>
        <a:ext cx="3737574" cy="932623"/>
      </dsp:txXfrm>
    </dsp:sp>
    <dsp:sp modelId="{CAE7C8BA-F7BC-9641-8955-9C2BC9F05971}">
      <dsp:nvSpPr>
        <dsp:cNvPr id="0" name=""/>
        <dsp:cNvSpPr/>
      </dsp:nvSpPr>
      <dsp:spPr>
        <a:xfrm rot="5400000">
          <a:off x="2314314" y="3990043"/>
          <a:ext cx="371495" cy="44579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366324" y="4027192"/>
        <a:ext cx="267476" cy="260047"/>
      </dsp:txXfrm>
    </dsp:sp>
    <dsp:sp modelId="{106F5134-3F04-FD45-B87A-90D63DF38386}">
      <dsp:nvSpPr>
        <dsp:cNvPr id="0" name=""/>
        <dsp:cNvSpPr/>
      </dsp:nvSpPr>
      <dsp:spPr>
        <a:xfrm>
          <a:off x="602259" y="4460603"/>
          <a:ext cx="3795604" cy="9906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Fit on train, transform on val/test</a:t>
          </a:r>
        </a:p>
      </dsp:txBody>
      <dsp:txXfrm>
        <a:off x="631274" y="4489618"/>
        <a:ext cx="3737574" cy="93262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34CA6-0776-B64B-9979-E27C8BFBD28E}">
      <dsp:nvSpPr>
        <dsp:cNvPr id="0" name=""/>
        <dsp:cNvSpPr/>
      </dsp:nvSpPr>
      <dsp:spPr>
        <a:xfrm>
          <a:off x="0" y="38054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~29 numeric features (incl. engineered)</a:t>
          </a:r>
        </a:p>
      </dsp:txBody>
      <dsp:txXfrm>
        <a:off x="42151" y="422692"/>
        <a:ext cx="8145298" cy="779158"/>
      </dsp:txXfrm>
    </dsp:sp>
    <dsp:sp modelId="{2E36FDA8-5087-714A-90CF-7346CCE25440}">
      <dsp:nvSpPr>
        <dsp:cNvPr id="0" name=""/>
        <dsp:cNvSpPr/>
      </dsp:nvSpPr>
      <dsp:spPr>
        <a:xfrm>
          <a:off x="0" y="134768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~9 categorical features (one-hot encoded)</a:t>
          </a:r>
        </a:p>
      </dsp:txBody>
      <dsp:txXfrm>
        <a:off x="42151" y="1389832"/>
        <a:ext cx="8145298" cy="779158"/>
      </dsp:txXfrm>
    </dsp:sp>
    <dsp:sp modelId="{BF7307AE-AEB6-794F-8050-FAF1C953E61E}">
      <dsp:nvSpPr>
        <dsp:cNvPr id="0" name=""/>
        <dsp:cNvSpPr/>
      </dsp:nvSpPr>
      <dsp:spPr>
        <a:xfrm>
          <a:off x="0" y="231482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Sparse representation from OHE</a:t>
          </a:r>
        </a:p>
      </dsp:txBody>
      <dsp:txXfrm>
        <a:off x="42151" y="2356972"/>
        <a:ext cx="8145298" cy="779158"/>
      </dsp:txXfrm>
    </dsp:sp>
    <dsp:sp modelId="{5F8845CE-6F66-E840-AC4C-619AD74D52F9}">
      <dsp:nvSpPr>
        <dsp:cNvPr id="0" name=""/>
        <dsp:cNvSpPr/>
      </dsp:nvSpPr>
      <dsp:spPr>
        <a:xfrm>
          <a:off x="0" y="3281961"/>
          <a:ext cx="82296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Consistent feature space across splits</a:t>
          </a:r>
        </a:p>
      </dsp:txBody>
      <dsp:txXfrm>
        <a:off x="42151" y="3324112"/>
        <a:ext cx="8145298" cy="7791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BEFCD-F332-424E-93D6-06FBEA0F116D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13DC3-610B-4207-A5E8-B29DA9B94C14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Regularized logistic regression</a:t>
          </a:r>
        </a:p>
      </dsp:txBody>
      <dsp:txXfrm>
        <a:off x="42299" y="2443760"/>
        <a:ext cx="1800000" cy="720000"/>
      </dsp:txXfrm>
    </dsp:sp>
    <dsp:sp modelId="{5A43BD2A-0A1C-4305-9B22-585447FC53A6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5E050-2570-45F1-8AE0-2261F5B42000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class_weight='balanced'</a:t>
          </a:r>
        </a:p>
      </dsp:txBody>
      <dsp:txXfrm>
        <a:off x="2157300" y="2443760"/>
        <a:ext cx="1800000" cy="720000"/>
      </dsp:txXfrm>
    </dsp:sp>
    <dsp:sp modelId="{AC178036-BDD2-4D47-8064-7A13A1AAD3BA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38E13-609E-4F62-AFC9-A9678DDBC8CB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Serves as interpretable benchmark</a:t>
          </a:r>
        </a:p>
      </dsp:txBody>
      <dsp:txXfrm>
        <a:off x="4272300" y="2443760"/>
        <a:ext cx="1800000" cy="720000"/>
      </dsp:txXfrm>
    </dsp:sp>
    <dsp:sp modelId="{6F4F07F7-B271-4374-B494-6D18334DC291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A332C-0F36-4A5C-8309-0CA501DC7325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Fast training and baseline metrics</a:t>
          </a:r>
        </a:p>
      </dsp:txBody>
      <dsp:txXfrm>
        <a:off x="6387300" y="2443760"/>
        <a:ext cx="180000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CA4BD-B567-BC4F-8F1F-CEF681E196DC}">
      <dsp:nvSpPr>
        <dsp:cNvPr id="0" name=""/>
        <dsp:cNvSpPr/>
      </dsp:nvSpPr>
      <dsp:spPr>
        <a:xfrm rot="5400000">
          <a:off x="2018784" y="492047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Random Forest: non-linear ensemble baseline</a:t>
          </a:r>
        </a:p>
      </dsp:txBody>
      <dsp:txXfrm rot="-5400000">
        <a:off x="2284722" y="612481"/>
        <a:ext cx="794003" cy="912648"/>
      </dsp:txXfrm>
    </dsp:sp>
    <dsp:sp modelId="{6C2C361B-4B46-2E4F-9315-1BF9437FD0CC}">
      <dsp:nvSpPr>
        <dsp:cNvPr id="0" name=""/>
        <dsp:cNvSpPr/>
      </dsp:nvSpPr>
      <dsp:spPr>
        <a:xfrm>
          <a:off x="3293485" y="671041"/>
          <a:ext cx="1479682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DF1BF-0241-CD40-AD47-B0D479E4DC3F}">
      <dsp:nvSpPr>
        <dsp:cNvPr id="0" name=""/>
        <dsp:cNvSpPr/>
      </dsp:nvSpPr>
      <dsp:spPr>
        <a:xfrm rot="5400000">
          <a:off x="772988" y="492047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038926" y="612481"/>
        <a:ext cx="794003" cy="912648"/>
      </dsp:txXfrm>
    </dsp:sp>
    <dsp:sp modelId="{CA68AF4F-1DFF-9941-966F-8A565AC4D891}">
      <dsp:nvSpPr>
        <dsp:cNvPr id="0" name=""/>
        <dsp:cNvSpPr/>
      </dsp:nvSpPr>
      <dsp:spPr>
        <a:xfrm rot="5400000">
          <a:off x="1393499" y="1617454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LightGBM: gradient boosting, handles imbalance</a:t>
          </a:r>
        </a:p>
      </dsp:txBody>
      <dsp:txXfrm rot="-5400000">
        <a:off x="1659437" y="1737888"/>
        <a:ext cx="794003" cy="912648"/>
      </dsp:txXfrm>
    </dsp:sp>
    <dsp:sp modelId="{5AFB1BED-9426-8447-A96E-7216A9D7FF5C}">
      <dsp:nvSpPr>
        <dsp:cNvPr id="0" name=""/>
        <dsp:cNvSpPr/>
      </dsp:nvSpPr>
      <dsp:spPr>
        <a:xfrm>
          <a:off x="0" y="1796448"/>
          <a:ext cx="1431950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230355-C319-4F4A-8035-0A55697C6793}">
      <dsp:nvSpPr>
        <dsp:cNvPr id="0" name=""/>
        <dsp:cNvSpPr/>
      </dsp:nvSpPr>
      <dsp:spPr>
        <a:xfrm rot="5400000">
          <a:off x="2639296" y="1617454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905234" y="1737888"/>
        <a:ext cx="794003" cy="912648"/>
      </dsp:txXfrm>
    </dsp:sp>
    <dsp:sp modelId="{79A6AB1F-20CB-0548-88DF-4F34DD5D3A78}">
      <dsp:nvSpPr>
        <dsp:cNvPr id="0" name=""/>
        <dsp:cNvSpPr/>
      </dsp:nvSpPr>
      <dsp:spPr>
        <a:xfrm rot="5400000">
          <a:off x="2018784" y="2742861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Both integrated into sklearn Pipeline</a:t>
          </a:r>
        </a:p>
      </dsp:txBody>
      <dsp:txXfrm rot="-5400000">
        <a:off x="2284722" y="2863295"/>
        <a:ext cx="794003" cy="912648"/>
      </dsp:txXfrm>
    </dsp:sp>
    <dsp:sp modelId="{B8ABDEF3-F397-EA44-848F-55399D3F6FC5}">
      <dsp:nvSpPr>
        <dsp:cNvPr id="0" name=""/>
        <dsp:cNvSpPr/>
      </dsp:nvSpPr>
      <dsp:spPr>
        <a:xfrm>
          <a:off x="3293485" y="2921855"/>
          <a:ext cx="1479682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8FA1F4-7592-7F41-987A-1CBF0FDBF69E}">
      <dsp:nvSpPr>
        <dsp:cNvPr id="0" name=""/>
        <dsp:cNvSpPr/>
      </dsp:nvSpPr>
      <dsp:spPr>
        <a:xfrm rot="5400000">
          <a:off x="772988" y="2742861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038926" y="2863295"/>
        <a:ext cx="794003" cy="912648"/>
      </dsp:txXfrm>
    </dsp:sp>
    <dsp:sp modelId="{992A7B74-87C6-BF45-BA4B-009C0ACDC4AD}">
      <dsp:nvSpPr>
        <dsp:cNvPr id="0" name=""/>
        <dsp:cNvSpPr/>
      </dsp:nvSpPr>
      <dsp:spPr>
        <a:xfrm rot="5400000">
          <a:off x="1393499" y="3868268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Compared on validation metrics</a:t>
          </a:r>
        </a:p>
      </dsp:txBody>
      <dsp:txXfrm rot="-5400000">
        <a:off x="1659437" y="3988702"/>
        <a:ext cx="794003" cy="912648"/>
      </dsp:txXfrm>
    </dsp:sp>
    <dsp:sp modelId="{B8C8DF92-8233-AD46-8792-A4E1089AF42A}">
      <dsp:nvSpPr>
        <dsp:cNvPr id="0" name=""/>
        <dsp:cNvSpPr/>
      </dsp:nvSpPr>
      <dsp:spPr>
        <a:xfrm>
          <a:off x="0" y="4047262"/>
          <a:ext cx="1431950" cy="795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C3C6F-809B-204C-8A13-712B633DD33B}">
      <dsp:nvSpPr>
        <dsp:cNvPr id="0" name=""/>
        <dsp:cNvSpPr/>
      </dsp:nvSpPr>
      <dsp:spPr>
        <a:xfrm rot="5400000">
          <a:off x="2639296" y="3868268"/>
          <a:ext cx="1325880" cy="115351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905234" y="3988702"/>
        <a:ext cx="794003" cy="91264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60FF4-6495-42CF-902B-0223C65C8D3C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C2816-2074-49DC-953F-6B74F4B4CEF1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C60EA-EC58-4C35-9FB6-0C1530E02A40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Precision, Recall, F1 (macro/weighted)</a:t>
          </a:r>
        </a:p>
      </dsp:txBody>
      <dsp:txXfrm>
        <a:off x="1340173" y="795493"/>
        <a:ext cx="2552269" cy="1082781"/>
      </dsp:txXfrm>
    </dsp:sp>
    <dsp:sp modelId="{F07C5CE7-2B9D-45FD-BABF-32438E4CC595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D9708-FC31-431A-8EA8-01333419EC6F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7EBFF-C9E0-4177-8028-8162F19C504B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ROC-AUC and PR-AUC</a:t>
          </a:r>
        </a:p>
      </dsp:txBody>
      <dsp:txXfrm>
        <a:off x="5651962" y="795493"/>
        <a:ext cx="2552269" cy="1082781"/>
      </dsp:txXfrm>
    </dsp:sp>
    <dsp:sp modelId="{B116C2CF-202D-41AA-9468-2F646105966A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3E692-1AB4-47C8-8DA2-6CACE167A955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C8D4B-D1A6-46A9-A19D-719DE00CAD5D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Confusion matrix</a:t>
          </a:r>
        </a:p>
      </dsp:txBody>
      <dsp:txXfrm>
        <a:off x="1340173" y="2647688"/>
        <a:ext cx="2552269" cy="1082781"/>
      </dsp:txXfrm>
    </dsp:sp>
    <dsp:sp modelId="{BD812FAE-7176-405E-A08C-AFFAA37CCFC9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B4047-3139-4C08-BE0F-F7E1BC07BA59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7DCA3-BF5D-4546-8434-D166CDC14DEA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Threshold analysis for recall prioritization</a:t>
          </a:r>
        </a:p>
      </dsp:txBody>
      <dsp:txXfrm>
        <a:off x="5651962" y="2647688"/>
        <a:ext cx="2552269" cy="108278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823B3-4B76-4733-8490-9D23D8B4A6B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E2268-1EAA-42CC-B985-900F9262B48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9BFDE-319D-4D8C-989F-260DF399094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Precision: 0.73</a:t>
          </a:r>
        </a:p>
      </dsp:txBody>
      <dsp:txXfrm>
        <a:off x="25435" y="2456402"/>
        <a:ext cx="1800000" cy="720000"/>
      </dsp:txXfrm>
    </dsp:sp>
    <dsp:sp modelId="{422C118D-3520-4DFE-9638-25646F276A1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A02CD-E1AE-45DE-B696-4229334285E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BBA56-F2F3-45A7-AD71-8BD83D4E1B5E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Recall: 0.88</a:t>
          </a:r>
        </a:p>
      </dsp:txBody>
      <dsp:txXfrm>
        <a:off x="2140435" y="2456402"/>
        <a:ext cx="1800000" cy="720000"/>
      </dsp:txXfrm>
    </dsp:sp>
    <dsp:sp modelId="{B80DFFFA-737C-4D97-A838-738BCB4CB97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9EFBF-0A8A-4C16-99F6-7AE51330103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52558-789C-45CA-A190-4800C07A0D5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F1 (macro): 0.83</a:t>
          </a:r>
        </a:p>
      </dsp:txBody>
      <dsp:txXfrm>
        <a:off x="4255435" y="2456402"/>
        <a:ext cx="1800000" cy="720000"/>
      </dsp:txXfrm>
    </dsp:sp>
    <dsp:sp modelId="{000A12BA-8D69-4D02-B46E-840F0C488558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EAA6F-B4B5-4E9D-B09B-D3E624B957F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B8E47-D357-4319-B1D4-F88BC4D62F8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High recall reduces missed severe accidents</a:t>
          </a:r>
        </a:p>
      </dsp:txBody>
      <dsp:txXfrm>
        <a:off x="6370435" y="2456402"/>
        <a:ext cx="1800000" cy="7200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0613C-C625-0848-9607-BCE3B757AD02}">
      <dsp:nvSpPr>
        <dsp:cNvPr id="0" name=""/>
        <dsp:cNvSpPr/>
      </dsp:nvSpPr>
      <dsp:spPr>
        <a:xfrm>
          <a:off x="4674180" y="102284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True Negatives: 23,048</a:t>
          </a:r>
        </a:p>
      </dsp:txBody>
      <dsp:txXfrm>
        <a:off x="4674180" y="102284"/>
        <a:ext cx="1601316" cy="1601316"/>
      </dsp:txXfrm>
    </dsp:sp>
    <dsp:sp modelId="{AF41772E-81FC-B94B-9EB4-A41436DBC83D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549018"/>
            <a:gd name="adj4" fmla="val 205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BB338-331C-3841-A0B7-793D6342F6F6}">
      <dsp:nvSpPr>
        <dsp:cNvPr id="0" name=""/>
        <dsp:cNvSpPr/>
      </dsp:nvSpPr>
      <dsp:spPr>
        <a:xfrm>
          <a:off x="4674180" y="2822362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True Positives: 14,924</a:t>
          </a:r>
        </a:p>
      </dsp:txBody>
      <dsp:txXfrm>
        <a:off x="4674180" y="2822362"/>
        <a:ext cx="1601316" cy="1601316"/>
      </dsp:txXfrm>
    </dsp:sp>
    <dsp:sp modelId="{C8167084-54AE-584C-BC26-5F5C81934003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5949018"/>
            <a:gd name="adj4" fmla="val 43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55E77-AAB4-0D44-86B0-D8EA65626BFC}">
      <dsp:nvSpPr>
        <dsp:cNvPr id="0" name=""/>
        <dsp:cNvSpPr/>
      </dsp:nvSpPr>
      <dsp:spPr>
        <a:xfrm>
          <a:off x="1954103" y="2822362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False Positives: 5,494</a:t>
          </a:r>
        </a:p>
      </dsp:txBody>
      <dsp:txXfrm>
        <a:off x="1954103" y="2822362"/>
        <a:ext cx="1601316" cy="1601316"/>
      </dsp:txXfrm>
    </dsp:sp>
    <dsp:sp modelId="{105D42EA-5C74-394A-BF56-E613BAF7825C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11349018"/>
            <a:gd name="adj4" fmla="val 97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1FA0F-947C-624D-97F4-96CFC186BEE5}">
      <dsp:nvSpPr>
        <dsp:cNvPr id="0" name=""/>
        <dsp:cNvSpPr/>
      </dsp:nvSpPr>
      <dsp:spPr>
        <a:xfrm>
          <a:off x="1954103" y="102284"/>
          <a:ext cx="1601316" cy="1601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False Negatives: 2,028</a:t>
          </a:r>
        </a:p>
      </dsp:txBody>
      <dsp:txXfrm>
        <a:off x="1954103" y="102284"/>
        <a:ext cx="1601316" cy="1601316"/>
      </dsp:txXfrm>
    </dsp:sp>
    <dsp:sp modelId="{2B7F0DDA-FA65-7D4F-8C27-E17FD6D925C3}">
      <dsp:nvSpPr>
        <dsp:cNvPr id="0" name=""/>
        <dsp:cNvSpPr/>
      </dsp:nvSpPr>
      <dsp:spPr>
        <a:xfrm>
          <a:off x="1853136" y="1318"/>
          <a:ext cx="4523326" cy="4523326"/>
        </a:xfrm>
        <a:prstGeom prst="circularArrow">
          <a:avLst>
            <a:gd name="adj1" fmla="val 6903"/>
            <a:gd name="adj2" fmla="val 465447"/>
            <a:gd name="adj3" fmla="val 16749018"/>
            <a:gd name="adj4" fmla="val 15185536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8715A-B990-7742-8352-278DB7B75391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3AF98-EBBB-5F43-BA8F-F46C2AB87D9A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model-based feature importance</a:t>
          </a:r>
        </a:p>
      </dsp:txBody>
      <dsp:txXfrm>
        <a:off x="2367950" y="516132"/>
        <a:ext cx="1592793" cy="1592793"/>
      </dsp:txXfrm>
    </dsp:sp>
    <dsp:sp modelId="{645E8299-3437-ED4A-B2EF-DE3DAFDC50B5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SHAP values for local/global explanations</a:t>
          </a:r>
        </a:p>
      </dsp:txBody>
      <dsp:txXfrm>
        <a:off x="4268855" y="516132"/>
        <a:ext cx="1592793" cy="1592793"/>
      </dsp:txXfrm>
    </dsp:sp>
    <dsp:sp modelId="{9E5A447D-D054-B943-9E37-9B0F3EA3BDD8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drivers: weather, visibility, time, road indicators</a:t>
          </a:r>
        </a:p>
      </dsp:txBody>
      <dsp:txXfrm>
        <a:off x="2367950" y="2417036"/>
        <a:ext cx="1592793" cy="1592793"/>
      </dsp:txXfrm>
    </dsp:sp>
    <dsp:sp modelId="{39019DAB-449A-2244-B9A4-6D2F213EEC41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Supports interpretability</a:t>
          </a:r>
        </a:p>
      </dsp:txBody>
      <dsp:txXfrm>
        <a:off x="4268855" y="2417036"/>
        <a:ext cx="1592793" cy="159279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4240D-D575-45F1-8582-6104223B60E7}">
      <dsp:nvSpPr>
        <dsp:cNvPr id="0" name=""/>
        <dsp:cNvSpPr/>
      </dsp:nvSpPr>
      <dsp:spPr>
        <a:xfrm>
          <a:off x="376435" y="7422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C0D00-F3B0-478E-9FE7-6DCA6E6BBC81}">
      <dsp:nvSpPr>
        <dsp:cNvPr id="0" name=""/>
        <dsp:cNvSpPr/>
      </dsp:nvSpPr>
      <dsp:spPr>
        <a:xfrm>
          <a:off x="610435" y="9762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EA663-2285-41A7-8C50-145ADC85431A}">
      <dsp:nvSpPr>
        <dsp:cNvPr id="0" name=""/>
        <dsp:cNvSpPr/>
      </dsp:nvSpPr>
      <dsp:spPr>
        <a:xfrm>
          <a:off x="25435" y="218220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Tracking URI: SQLite in project artifacts</a:t>
          </a:r>
        </a:p>
      </dsp:txBody>
      <dsp:txXfrm>
        <a:off x="25435" y="2182202"/>
        <a:ext cx="1800000" cy="765000"/>
      </dsp:txXfrm>
    </dsp:sp>
    <dsp:sp modelId="{CA6B3BE8-13B9-4A0A-B8B3-ADEE43E9F1EA}">
      <dsp:nvSpPr>
        <dsp:cNvPr id="0" name=""/>
        <dsp:cNvSpPr/>
      </dsp:nvSpPr>
      <dsp:spPr>
        <a:xfrm>
          <a:off x="2491435" y="7422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DE9B1-8507-4524-AAD5-3B538878D55B}">
      <dsp:nvSpPr>
        <dsp:cNvPr id="0" name=""/>
        <dsp:cNvSpPr/>
      </dsp:nvSpPr>
      <dsp:spPr>
        <a:xfrm>
          <a:off x="2725435" y="9762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4029E-007A-4358-8E8C-D08C376B060D}">
      <dsp:nvSpPr>
        <dsp:cNvPr id="0" name=""/>
        <dsp:cNvSpPr/>
      </dsp:nvSpPr>
      <dsp:spPr>
        <a:xfrm>
          <a:off x="2140435" y="218220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Log params, metrics, artifacts</a:t>
          </a:r>
        </a:p>
      </dsp:txBody>
      <dsp:txXfrm>
        <a:off x="2140435" y="2182202"/>
        <a:ext cx="1800000" cy="765000"/>
      </dsp:txXfrm>
    </dsp:sp>
    <dsp:sp modelId="{2F7052DF-FDDD-4D7D-A766-A5EC34E49A43}">
      <dsp:nvSpPr>
        <dsp:cNvPr id="0" name=""/>
        <dsp:cNvSpPr/>
      </dsp:nvSpPr>
      <dsp:spPr>
        <a:xfrm>
          <a:off x="4606435" y="7422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5E9AE-4C26-4624-8DC9-24953EE5A97A}">
      <dsp:nvSpPr>
        <dsp:cNvPr id="0" name=""/>
        <dsp:cNvSpPr/>
      </dsp:nvSpPr>
      <dsp:spPr>
        <a:xfrm>
          <a:off x="4840435" y="9762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6C51C-7EF1-4D83-B675-531AEFE92913}">
      <dsp:nvSpPr>
        <dsp:cNvPr id="0" name=""/>
        <dsp:cNvSpPr/>
      </dsp:nvSpPr>
      <dsp:spPr>
        <a:xfrm>
          <a:off x="4255435" y="218220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Experiment: DATA6545_USAccidents_Severity</a:t>
          </a:r>
        </a:p>
      </dsp:txBody>
      <dsp:txXfrm>
        <a:off x="4255435" y="2182202"/>
        <a:ext cx="1800000" cy="765000"/>
      </dsp:txXfrm>
    </dsp:sp>
    <dsp:sp modelId="{254C8F68-AC1A-476F-9D19-88E1E02B33DD}">
      <dsp:nvSpPr>
        <dsp:cNvPr id="0" name=""/>
        <dsp:cNvSpPr/>
      </dsp:nvSpPr>
      <dsp:spPr>
        <a:xfrm>
          <a:off x="6721435" y="7422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73A72-DC73-415C-8B5C-6AD099AB15B5}">
      <dsp:nvSpPr>
        <dsp:cNvPr id="0" name=""/>
        <dsp:cNvSpPr/>
      </dsp:nvSpPr>
      <dsp:spPr>
        <a:xfrm>
          <a:off x="6955435" y="9762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D8EBC-5811-42A6-A8F3-A7F66E80D0EB}">
      <dsp:nvSpPr>
        <dsp:cNvPr id="0" name=""/>
        <dsp:cNvSpPr/>
      </dsp:nvSpPr>
      <dsp:spPr>
        <a:xfrm>
          <a:off x="6370435" y="2182202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Artifacts persisted on Drive</a:t>
          </a:r>
        </a:p>
      </dsp:txBody>
      <dsp:txXfrm>
        <a:off x="6370435" y="2182202"/>
        <a:ext cx="1800000" cy="7650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0AB23-84FC-7946-A5D6-E8E9C395B533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Serialize pipeline (preprocessor + model)</a:t>
          </a:r>
        </a:p>
      </dsp:txBody>
      <dsp:txXfrm>
        <a:off x="3663739" y="1298"/>
        <a:ext cx="902121" cy="1488500"/>
      </dsp:txXfrm>
    </dsp:sp>
    <dsp:sp modelId="{45126881-0EED-C948-B6FE-24EFC33B2A85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Use joblib/pickle</a:t>
          </a:r>
        </a:p>
      </dsp:txBody>
      <dsp:txXfrm rot="-5400000">
        <a:off x="4887983" y="1811920"/>
        <a:ext cx="1488500" cy="902121"/>
      </dsp:txXfrm>
    </dsp:sp>
    <dsp:sp modelId="{3B5FD3B1-84BB-E148-831E-7EE85AC50DB6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Ensure consistent preprocessing at inference</a:t>
          </a:r>
        </a:p>
      </dsp:txBody>
      <dsp:txXfrm rot="10800000">
        <a:off x="3663739" y="3036163"/>
        <a:ext cx="902121" cy="1488500"/>
      </dsp:txXfrm>
    </dsp:sp>
    <dsp:sp modelId="{170DC539-B4BB-D448-A807-D515C29B560E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Versioned with MLflow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8AE76-D7C0-4987-A994-09C0A9E21698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459CA-63F6-49B6-BCE0-F27C4EECD088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30597-3BAD-4AF1-8B3A-00A5E351DFAF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Flask API endpoint for predictions</a:t>
          </a:r>
        </a:p>
      </dsp:txBody>
      <dsp:txXfrm>
        <a:off x="1099610" y="1878"/>
        <a:ext cx="7129989" cy="952043"/>
      </dsp:txXfrm>
    </dsp:sp>
    <dsp:sp modelId="{C3DAEEA4-E427-493A-8245-E43F5DFE4469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F322A-E068-4AED-B318-56984F4531A8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F263F-A39E-4167-875C-755972F4FD0E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Docker container for portability</a:t>
          </a:r>
        </a:p>
      </dsp:txBody>
      <dsp:txXfrm>
        <a:off x="1099610" y="1191932"/>
        <a:ext cx="7129989" cy="952043"/>
      </dsp:txXfrm>
    </dsp:sp>
    <dsp:sp modelId="{10333A98-F432-4123-9097-7BBDF6A5BAC0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0DE6D-DDA9-4426-87D2-BAD89FC8D1AE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71988-F8D0-4E47-9FA1-5C48B62FAD11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Request -&gt; preprocess -&gt; predict -&gt; response</a:t>
          </a:r>
        </a:p>
      </dsp:txBody>
      <dsp:txXfrm>
        <a:off x="1099610" y="2381986"/>
        <a:ext cx="7129989" cy="952043"/>
      </dsp:txXfrm>
    </dsp:sp>
    <dsp:sp modelId="{5E7413FC-DB10-4346-ADA0-BAB6D6636EC9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50104-5650-45F6-B8AC-DAE895A8A8FE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4C637-8907-40AE-BC06-C23F5E38C369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Ready for integration into systems</a:t>
          </a:r>
        </a:p>
      </dsp:txBody>
      <dsp:txXfrm>
        <a:off x="1099610" y="3572041"/>
        <a:ext cx="7129989" cy="95204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DE6B1-7174-2D43-B608-8EFA374CD752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FD93D-D0D5-1147-9F54-5FF4C1F73E31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 imbalance persists (~37% positive)</a:t>
          </a:r>
        </a:p>
      </dsp:txBody>
      <dsp:txXfrm>
        <a:off x="2367950" y="516132"/>
        <a:ext cx="1592793" cy="1592793"/>
      </dsp:txXfrm>
    </dsp:sp>
    <dsp:sp modelId="{8F378CCE-25DC-0545-8610-EAEA9CE8F810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Duplicate rows present (documented)</a:t>
          </a:r>
        </a:p>
      </dsp:txBody>
      <dsp:txXfrm>
        <a:off x="4268855" y="516132"/>
        <a:ext cx="1592793" cy="1592793"/>
      </dsp:txXfrm>
    </dsp:sp>
    <dsp:sp modelId="{B86AD5FE-2529-704C-9028-2D83F753F9F0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Missing data handled via imputation</a:t>
          </a:r>
        </a:p>
      </dsp:txBody>
      <dsp:txXfrm>
        <a:off x="2367950" y="2417036"/>
        <a:ext cx="1592793" cy="1592793"/>
      </dsp:txXfrm>
    </dsp:sp>
    <dsp:sp modelId="{196CC54D-32F2-5B4E-92CC-1C7298F118D0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Feature scope limited to available fields</a:t>
          </a:r>
        </a:p>
      </dsp:txBody>
      <dsp:txXfrm>
        <a:off x="4268855" y="2417036"/>
        <a:ext cx="1592793" cy="1592793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1B32E-6484-1745-8082-1E1A0C64F4D6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Potential geographic/infrastructure bias</a:t>
          </a:r>
        </a:p>
      </dsp:txBody>
      <dsp:txXfrm>
        <a:off x="32784" y="831645"/>
        <a:ext cx="8164032" cy="606012"/>
      </dsp:txXfrm>
    </dsp:sp>
    <dsp:sp modelId="{EBF822F9-9677-FF47-A50A-3CE5EFE1D0CB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False negatives may delay response</a:t>
          </a:r>
        </a:p>
      </dsp:txBody>
      <dsp:txXfrm>
        <a:off x="32784" y="1583865"/>
        <a:ext cx="8164032" cy="606012"/>
      </dsp:txXfrm>
    </dsp:sp>
    <dsp:sp modelId="{3E206830-744F-5045-9DC8-FBB8E1B6C09C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Transparency required for stakeholders</a:t>
          </a:r>
        </a:p>
      </dsp:txBody>
      <dsp:txXfrm>
        <a:off x="32784" y="2336085"/>
        <a:ext cx="8164032" cy="606012"/>
      </dsp:txXfrm>
    </dsp:sp>
    <dsp:sp modelId="{60A8C25D-9A28-C04A-8307-1C1D3A6CD21F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 supports, not replaces, human decision-making</a:t>
          </a:r>
        </a:p>
      </dsp:txBody>
      <dsp:txXfrm>
        <a:off x="32784" y="3088305"/>
        <a:ext cx="8164032" cy="60601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C18B3C-DE19-B241-BC27-9FBDEF71E31B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End-to-end pipeline: ingestion -&gt; features -&gt; modeling -&gt; tracking -&gt; deployment</a:t>
          </a:r>
        </a:p>
      </dsp:txBody>
      <dsp:txXfrm>
        <a:off x="50489" y="132590"/>
        <a:ext cx="8128622" cy="933302"/>
      </dsp:txXfrm>
    </dsp:sp>
    <dsp:sp modelId="{0744AAFB-26D5-C444-99E9-B1B436C62310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Deterministic splits and leakage controls</a:t>
          </a:r>
        </a:p>
      </dsp:txBody>
      <dsp:txXfrm>
        <a:off x="50489" y="1241750"/>
        <a:ext cx="8128622" cy="933302"/>
      </dsp:txXfrm>
    </dsp:sp>
    <dsp:sp modelId="{2D45A051-C43D-8942-8A58-29ECE0BDB2E7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LightGBM achieves high recall (0.88)</a:t>
          </a:r>
        </a:p>
      </dsp:txBody>
      <dsp:txXfrm>
        <a:off x="50489" y="2350910"/>
        <a:ext cx="8128622" cy="933302"/>
      </dsp:txXfrm>
    </dsp:sp>
    <dsp:sp modelId="{D6846343-032E-E64C-9F29-22EC01AC45F4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Framework supports reproducible, deployable ML</a:t>
          </a:r>
        </a:p>
      </dsp:txBody>
      <dsp:txXfrm>
        <a:off x="50489" y="3460070"/>
        <a:ext cx="8128622" cy="93330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77269-3DDA-7841-AA35-90C3D1343D71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Emergency Response: Faster identification of severe accidents</a:t>
          </a:r>
        </a:p>
      </dsp:txBody>
      <dsp:txXfrm>
        <a:off x="50489" y="132590"/>
        <a:ext cx="8128622" cy="933302"/>
      </dsp:txXfrm>
    </dsp:sp>
    <dsp:sp modelId="{44EDFDBF-6C23-1441-B357-C821E3443830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Insurance: Improved claim prioritization</a:t>
          </a:r>
        </a:p>
      </dsp:txBody>
      <dsp:txXfrm>
        <a:off x="50489" y="1241750"/>
        <a:ext cx="8128622" cy="933302"/>
      </dsp:txXfrm>
    </dsp:sp>
    <dsp:sp modelId="{D5E0F0F1-E9E6-1B4D-8A8C-D723A49BB8BE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Planning: Infrastructure improvements in high-risk areas</a:t>
          </a:r>
        </a:p>
      </dsp:txBody>
      <dsp:txXfrm>
        <a:off x="50489" y="2350910"/>
        <a:ext cx="8128622" cy="933302"/>
      </dsp:txXfrm>
    </dsp:sp>
    <dsp:sp modelId="{D9D0745A-8D62-6448-984D-61369D6824A3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Safety: Reduced loss-of-life via proactive intervention</a:t>
          </a:r>
        </a:p>
      </dsp:txBody>
      <dsp:txXfrm>
        <a:off x="50489" y="3460070"/>
        <a:ext cx="8128622" cy="9333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162CF-3EDF-4236-87DF-572AD59874CB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5A58E-A18F-4A02-B4AD-0BCDC54B48AA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recall (0.88) enables proactive detection of severe accidents</a:t>
          </a:r>
        </a:p>
      </dsp:txBody>
      <dsp:txXfrm>
        <a:off x="78583" y="2435142"/>
        <a:ext cx="2399612" cy="720000"/>
      </dsp:txXfrm>
    </dsp:sp>
    <dsp:sp modelId="{54081310-F376-4979-A2B8-9A2C950C03F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4A5DC-976C-4579-9A64-A08CF75CB2E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LightGBM delivers best performance</a:t>
          </a:r>
        </a:p>
      </dsp:txBody>
      <dsp:txXfrm>
        <a:off x="2898129" y="2435142"/>
        <a:ext cx="2399612" cy="720000"/>
      </dsp:txXfrm>
    </dsp:sp>
    <dsp:sp modelId="{F15F8987-7342-472E-9ACA-50CC7FE00C8C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1E9A2-5046-438E-8EA2-5B32A337A0D5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Supports safety-focused decisions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36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objective and why recall is prioritized.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reproducible directory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tradeoff between scale and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deterministic vs random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expected 70/15/15 proportions.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2 vs 3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notebook plot showing consistent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Motivates cleaning and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categories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SQL transformations.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features computable at prediction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 plausibility.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Justify binary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minimal overlap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leakage in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dimensionality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linear decision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 choice of LightGBM.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Recall emphasized.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matrix plot from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why this is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minimizing FN.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curves from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operational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plot(s) from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Reproducibility and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 artifact for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flow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risk and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Concise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4C8273-6BA1-4487-6DE7-DB065EC3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6545 Final Project</a:t>
            </a:r>
            <a:br>
              <a:rPr lang="en-US" dirty="0"/>
            </a:br>
            <a:r>
              <a:rPr lang="en-US" dirty="0"/>
              <a:t>Accident Dataset Prediction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D4593-5F48-A49C-500E-F31E0A38B3C5}"/>
              </a:ext>
            </a:extLst>
          </p:cNvPr>
          <p:cNvSpPr txBox="1"/>
          <p:nvPr/>
        </p:nvSpPr>
        <p:spPr>
          <a:xfrm>
            <a:off x="68826" y="6214030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Group 6: </a:t>
            </a:r>
            <a:r>
              <a:rPr lang="it-IT" sz="1200" dirty="0"/>
              <a:t>Peter Bonnanzio, Kevin Carcamo, Vini Pasholli 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BBFBF-D7E0-6B3E-600E-228669270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33" y="1264178"/>
            <a:ext cx="7952933" cy="510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3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Problem Definition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3AE8DA-8479-EB6F-2931-0AF16895B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5529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sz="3400"/>
              <a:t>Data Ingestion &amp;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8309DD-71BE-6613-E334-5D21576C4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602033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Sample Creation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3D00D-1431-8E10-710A-C846176353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 Data Split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DA41221-F813-BE1E-3DCC-ECA0B80ED6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Sizes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7224D2A-817D-D416-D95F-2CB82AF509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636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Next slide visualizes the row counts generated by the deterministic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Split Size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Notebook split sizes confirm the 70/15/15 design and preserve the 300,000-row development sample.</a:t>
            </a:r>
          </a:p>
        </p:txBody>
      </p:sp>
      <p:pic>
        <p:nvPicPr>
          <p:cNvPr id="3" name="Picture 2" descr="split_siz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6" y="1966293"/>
            <a:ext cx="8021905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Distribution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F64B562-D3F3-BF24-6CA4-8E3521B65E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636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Next slide visualizes the severity distribution across train, validation, and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84" y="0"/>
            <a:ext cx="9143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068" y="388923"/>
            <a:ext cx="6228515" cy="1287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Visualization: Severity Distribution by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1431" y="2926642"/>
            <a:ext cx="2034403" cy="2623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Severity 2 and 3 dominate across all splits; rare classes remain below 0.1%.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446669" y="442099"/>
            <a:ext cx="2514948" cy="1630750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4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severity_distribution_b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" y="2151622"/>
            <a:ext cx="6436975" cy="357252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847914" y="4560734"/>
            <a:ext cx="2296085" cy="2297265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Column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~47 columns: identifiers, time, geospatial, weather, road indicators</a:t>
            </a:r>
          </a:p>
          <a:p>
            <a:r>
              <a:rPr lang="en-US" sz="2000" dirty="0"/>
              <a:t>Many columns contain null values</a:t>
            </a:r>
          </a:p>
          <a:p>
            <a:r>
              <a:rPr lang="en-US" sz="2000" dirty="0"/>
              <a:t>Type inconsistencies (</a:t>
            </a:r>
            <a:r>
              <a:rPr lang="en-US" sz="2000" dirty="0" err="1"/>
              <a:t>End_Lat</a:t>
            </a:r>
            <a:r>
              <a:rPr lang="en-US" sz="2000" dirty="0"/>
              <a:t>/</a:t>
            </a:r>
            <a:r>
              <a:rPr lang="en-US" sz="2000" dirty="0" err="1"/>
              <a:t>End_Lng</a:t>
            </a:r>
            <a:r>
              <a:rPr lang="en-US" sz="2000" dirty="0"/>
              <a:t> as VARCHAR)</a:t>
            </a:r>
          </a:p>
          <a:p>
            <a:r>
              <a:rPr lang="en-US" sz="2000" dirty="0"/>
              <a:t>High-cardinality text fields present (Description, Street)</a:t>
            </a:r>
          </a:p>
        </p:txBody>
      </p:sp>
      <p:pic>
        <p:nvPicPr>
          <p:cNvPr id="5" name="Picture 4" descr="Dark blue shattered geometric chain">
            <a:extLst>
              <a:ext uri="{FF2B5EF4-FFF2-40B4-BE49-F238E27FC236}">
                <a16:creationId xmlns:a16="http://schemas.microsoft.com/office/drawing/2014/main" id="{BC98DA80-3717-5840-8C24-3EC97F9C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45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nt">
            <a:extLst>
              <a:ext uri="{FF2B5EF4-FFF2-40B4-BE49-F238E27FC236}">
                <a16:creationId xmlns:a16="http://schemas.microsoft.com/office/drawing/2014/main" id="{D380959B-464C-9ED8-C9EB-AB6FC997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086" y="8300"/>
            <a:ext cx="8224913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6B83858-ED7D-57B6-6CAA-83168807C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1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792" y="759126"/>
            <a:ext cx="3447184" cy="1711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Visualization: Column Inventory Snapshot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97FFD4-A8B9-3D4D-1623-7BE467E4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76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39700" dir="300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olumn_inventory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7" y="929119"/>
            <a:ext cx="3870139" cy="50755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9792" y="2470244"/>
            <a:ext cx="3447184" cy="3769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Notebook output shows mixed feature types: identifiers, timestamps, geospatial fields, weather variables, and roadway indicators.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Feature Schema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Target: Severity</a:t>
            </a:r>
          </a:p>
          <a:p>
            <a:r>
              <a:rPr lang="en-US" sz="2000" dirty="0"/>
              <a:t>Drop columns: ID, Source, Description, Street, County, </a:t>
            </a:r>
            <a:r>
              <a:rPr lang="en-US" sz="2000" dirty="0" err="1"/>
              <a:t>Zipcode</a:t>
            </a:r>
            <a:r>
              <a:rPr lang="en-US" sz="2000" dirty="0"/>
              <a:t>, Country, </a:t>
            </a:r>
            <a:r>
              <a:rPr lang="en-US" sz="2000" dirty="0" err="1"/>
              <a:t>Airport_Code</a:t>
            </a:r>
            <a:r>
              <a:rPr lang="en-US" sz="2000" dirty="0"/>
              <a:t>, </a:t>
            </a:r>
            <a:r>
              <a:rPr lang="en-US" sz="2000" dirty="0" err="1"/>
              <a:t>Weather_Timestamp</a:t>
            </a:r>
            <a:r>
              <a:rPr lang="en-US" sz="2000" dirty="0"/>
              <a:t>, </a:t>
            </a:r>
            <a:r>
              <a:rPr lang="en-US" sz="2000" dirty="0" err="1"/>
              <a:t>End_Time</a:t>
            </a:r>
            <a:r>
              <a:rPr lang="en-US" sz="2000" dirty="0"/>
              <a:t>, </a:t>
            </a:r>
            <a:r>
              <a:rPr lang="en-US" sz="2000" dirty="0" err="1"/>
              <a:t>row_hash</a:t>
            </a:r>
            <a:endParaRPr lang="en-US" sz="2000" dirty="0"/>
          </a:p>
          <a:p>
            <a:r>
              <a:rPr lang="en-US" sz="2000" dirty="0"/>
              <a:t>Numeric features: 12</a:t>
            </a:r>
          </a:p>
          <a:p>
            <a:r>
              <a:rPr lang="en-US" sz="2000" dirty="0"/>
              <a:t>Boolean features: 13; Categorical features: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Visualization: Feature Type Breakdown</a:t>
            </a:r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feature_typ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984" y="2835488"/>
            <a:ext cx="6074679" cy="337144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327092" y="1823334"/>
            <a:ext cx="4094129" cy="722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The retained modeling schema is organized into numeric, </a:t>
            </a:r>
            <a:r>
              <a:rPr lang="en-US" sz="2000" dirty="0" err="1"/>
              <a:t>boolean</a:t>
            </a:r>
            <a:r>
              <a:rPr lang="en-US" sz="2000" dirty="0"/>
              <a:t>, categorical, and auxiliary time columns.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Type Correction &amp; Cleaning Rules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CF71B65-9069-D5A3-A84F-9DE7105605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04379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(SQL)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201552-0BB1-ABA6-7C8A-F2AE250496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 Feature Tables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1ABF4F6-2954-F25C-54CA-E43E43ED6D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QA Checks on Features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A9A29FC-5100-BE3A-7209-0C6A84DD0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956711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Visualization: Binary Target Counts</a:t>
            </a:r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binary_targe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24" y="2864774"/>
            <a:ext cx="6581450" cy="365270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205837" y="1884370"/>
            <a:ext cx="4094129" cy="639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The binary target remains stable across train, validation, and test splits at roughly 37% high-severity cases.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Target Construction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7182E40-47D3-552C-8796-B04CFAF4F6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 Guardrails &amp; Integrity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20F0EC-E430-E6DE-D0A9-C32F32DA57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Split Integrity + Leakage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notebook verifies target leakage removal, column alignment, and duplicate counts across splits.</a:t>
            </a:r>
          </a:p>
        </p:txBody>
      </p:sp>
      <p:pic>
        <p:nvPicPr>
          <p:cNvPr id="3" name="Picture 2" descr="integrity_check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60" y="390832"/>
            <a:ext cx="8142543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Preprocessing Pipeline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4F868357-38E7-7065-8E85-E64D5AE9C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22844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Preprocessing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pipeline separates numeric and categorical transformations before model training.</a:t>
            </a:r>
          </a:p>
        </p:txBody>
      </p:sp>
      <p:pic>
        <p:nvPicPr>
          <p:cNvPr id="3" name="Picture 2" descr="preprocessin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399039"/>
            <a:ext cx="8495662" cy="4502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Counts After Prep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103E5D-3611-8EE1-31C4-A97D5A4925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Model: Logistic Regression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7AFED38-3FC9-1D75-4879-5BF2A27980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Tree-Based Models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623B44-4916-A159-AD81-967B3027C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22720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Evaluation Metrics</a:t>
            </a:r>
          </a:p>
          <a:p>
            <a:r>
              <a:t>Threshold = 0.50 to prioritize recall over false positives.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BC12282-E9D9-4A6B-0431-42D004F950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636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Next slide compares validation metrics across the three candidate models.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9" y="4836838"/>
            <a:ext cx="4123943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 err="1"/>
              <a:t>LightGBM</a:t>
            </a:r>
            <a:r>
              <a:rPr sz="2000" dirty="0"/>
              <a:t> outperforms Logistic Regression and Random Forest on recall, ROC-AUC, and PR-AUC.</a:t>
            </a:r>
          </a:p>
        </p:txBody>
      </p:sp>
      <p:pic>
        <p:nvPicPr>
          <p:cNvPr id="3" name="Picture 2" descr="model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40" y="1352871"/>
            <a:ext cx="6581569" cy="345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73469" y="4864663"/>
            <a:ext cx="4676451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sz="2000" dirty="0" err="1"/>
              <a:t>LightGBM</a:t>
            </a:r>
            <a:r>
              <a:rPr sz="2000" dirty="0"/>
              <a:t> produces the best overall validation performance, especially on recall, ROC-AUC: ~0.92, and PR-AUC: ~0.86.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7570A-567F-2C47-4B00-4677977D94DB}"/>
              </a:ext>
            </a:extLst>
          </p:cNvPr>
          <p:cNvSpPr txBox="1"/>
          <p:nvPr/>
        </p:nvSpPr>
        <p:spPr>
          <a:xfrm>
            <a:off x="1005840" y="384048"/>
            <a:ext cx="7434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Visualization: Validation Model Comparison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Confusion Matrix (Validation)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dirty="0">
                <a:solidFill>
                  <a:schemeClr val="bg2"/>
                </a:solidFill>
              </a:rPr>
              <a:t>Test Set Confusion Matrix (Threshold = 0.50) for </a:t>
            </a:r>
            <a:r>
              <a:rPr dirty="0" err="1">
                <a:solidFill>
                  <a:schemeClr val="bg2"/>
                </a:solidFill>
              </a:rPr>
              <a:t>LightGBM</a:t>
            </a:r>
            <a:r>
              <a:rPr dirty="0">
                <a:solidFill>
                  <a:schemeClr val="bg2"/>
                </a:solidFill>
              </a:rPr>
              <a:t> at threshold 0.50.</a:t>
            </a:r>
          </a:p>
        </p:txBody>
      </p:sp>
      <p:pic>
        <p:nvPicPr>
          <p:cNvPr id="3" name="Picture 2" descr="lgbm_validation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525" y="341026"/>
            <a:ext cx="5419311" cy="4321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909383-ABA5-2139-BD74-231E4DACF2F3}"/>
              </a:ext>
            </a:extLst>
          </p:cNvPr>
          <p:cNvSpPr txBox="1"/>
          <p:nvPr/>
        </p:nvSpPr>
        <p:spPr>
          <a:xfrm>
            <a:off x="3978322" y="4786324"/>
            <a:ext cx="42702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Correctly identifies most severe accidents (</a:t>
            </a:r>
            <a:r>
              <a:rPr lang="en-US" sz="1600" b="1" dirty="0"/>
              <a:t>14,782 true positives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Strong ability to detect non-severe cases (</a:t>
            </a:r>
            <a:r>
              <a:rPr lang="en-US" sz="1600" b="1" dirty="0"/>
              <a:t>22,564 true negatives</a:t>
            </a:r>
            <a:r>
              <a:rPr lang="en-US" sz="16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False negatives are low (1,941)</a:t>
            </a:r>
            <a:r>
              <a:rPr lang="en-US" sz="1600" dirty="0"/>
              <a:t> → fewer missed severe accidents </a:t>
            </a:r>
            <a:r>
              <a:rPr lang="en-US" sz="1600" i="1" dirty="0"/>
              <a:t>(key objective)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Some false positives (5,708) → acceptable tradeoff for higher recall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Champion Model: LightGBM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5F1A1F-EF92-4E82-0500-B02E2DC7B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9029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Champion Test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locked LightGBM champion generalizes well on the test set.</a:t>
            </a:r>
          </a:p>
        </p:txBody>
      </p:sp>
      <p:pic>
        <p:nvPicPr>
          <p:cNvPr id="3" name="Picture 2" descr="champion_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60" y="390832"/>
            <a:ext cx="8142543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72770A7-698C-150D-75A8-82C9B253FD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636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Next slide visualizes the final test-set confusion matrix.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2359E4-350C-4B4C-903D-CD1B2BA31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B5FC5A2-E1DC-4DFE-9837-1EA5E869A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148" y="549275"/>
            <a:ext cx="8316514" cy="57579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960" y="1018800"/>
            <a:ext cx="2225760" cy="539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Visualization: Test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960" y="2059200"/>
            <a:ext cx="2214563" cy="38354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1700">
                <a:solidFill>
                  <a:schemeClr val="tx1">
                    <a:alpha val="60000"/>
                  </a:schemeClr>
                </a:solidFill>
              </a:rPr>
              <a:t>The test confusion matrix highlights the operational tradeoff: high true positives with controlled false negatives.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024ACE-D556-4A21-9B17-7CA3E82DA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64718" y="549273"/>
            <a:ext cx="5265938" cy="5757924"/>
            <a:chOff x="4656138" y="0"/>
            <a:chExt cx="6983409" cy="63087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7A47B5-1D69-47DA-8BBA-FE75FCAA3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68B72-E376-4FE8-9F05-44E757434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7DC2B55-5BFC-4180-9FE3-261FEF00B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 descr="lgbm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916" y="1332965"/>
            <a:ext cx="5253748" cy="418986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dirty="0">
                <a:solidFill>
                  <a:schemeClr val="bg2"/>
                </a:solidFill>
              </a:rPr>
              <a:t>Visualization: ROC-AUC: ~0.92 / PR-AUC: ~0.86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sz="2000" dirty="0" err="1">
                <a:solidFill>
                  <a:schemeClr val="bg2"/>
                </a:solidFill>
              </a:rPr>
              <a:t>LightGBM</a:t>
            </a:r>
            <a:r>
              <a:rPr sz="2000" dirty="0">
                <a:solidFill>
                  <a:schemeClr val="bg2"/>
                </a:solidFill>
              </a:rPr>
              <a:t> has the strongest ROC-AUC: ~0.92 and PR-AUC: ~0.86 among the tested models.</a:t>
            </a:r>
          </a:p>
        </p:txBody>
      </p:sp>
      <p:pic>
        <p:nvPicPr>
          <p:cNvPr id="3" name="Picture 2" descr="au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60" y="390832"/>
            <a:ext cx="8142543" cy="45191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/ Explainability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15E8618-9FEF-CD8F-C0E5-F1D7E04ED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50014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636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Following slides show SHAP outputs from the notebook.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SHAP Feature Importance Bar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Notebook SHAP bar plot ranks the most influential features by mean absolute SHAP value.</a:t>
            </a:r>
          </a:p>
        </p:txBody>
      </p:sp>
      <p:pic>
        <p:nvPicPr>
          <p:cNvPr id="3" name="Picture 2" descr="shap_bar_p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932" y="183243"/>
            <a:ext cx="4944756" cy="509768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Visualization: Feature Importance /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297" y="2418408"/>
            <a:ext cx="37197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1700"/>
              <a:t>SHAP summary from notebook: traffic signal, longitude, distance, latitude, and month appear among strongest drivers.</a:t>
            </a:r>
          </a:p>
        </p:txBody>
      </p:sp>
      <p:pic>
        <p:nvPicPr>
          <p:cNvPr id="3" name="Picture 2" descr="shap_summary_p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331" y="927552"/>
            <a:ext cx="3900767" cy="45891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MLflow Experiment Tracking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315DA-4F61-C7C7-E461-259EF02BA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09995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MLflow Tracking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Experiment metadata, metrics, thresholds, and artifacts are logged for reproducibility.</a:t>
            </a:r>
          </a:p>
        </p:txBody>
      </p:sp>
      <p:pic>
        <p:nvPicPr>
          <p:cNvPr id="3" name="Picture 2" descr="mlflow_track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109" y="2074172"/>
            <a:ext cx="5654023" cy="282701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Packaging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575E5F-9476-4A8B-64D7-F607548B54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Deployment Design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DD5C9CD-FDF1-F6E6-CD72-C6C814FF8A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Visualization: Flask/Docker Inference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2391" y="5633765"/>
            <a:ext cx="2556416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100"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deployment design wraps preprocessing and prediction behind an API response cycle.</a:t>
            </a:r>
          </a:p>
        </p:txBody>
      </p:sp>
      <p:pic>
        <p:nvPicPr>
          <p:cNvPr id="3" name="Picture 2" descr="deploy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1" y="558331"/>
            <a:ext cx="8495662" cy="418411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13C27CE-3EEF-6FF0-FC0E-81D7414AC7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8BF9AF-E814-5C06-45B0-1CDC5A270C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D04160B-9323-74BB-48FD-72FCBC9854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Impact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6E5F186-89F3-F6CE-46D7-4698869E22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Executive Takeaway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8865E1-F813-C105-274B-1A7D59CC0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2588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6D377E-B5BB-DCB4-FEEF-48DE53F88F42}"/>
              </a:ext>
            </a:extLst>
          </p:cNvPr>
          <p:cNvSpPr txBox="1"/>
          <p:nvPr/>
        </p:nvSpPr>
        <p:spPr>
          <a:xfrm>
            <a:off x="5093649" y="5370362"/>
            <a:ext cx="185623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Pipeline is reproducible and deployment-ready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6466E-7A59-8315-7FA0-02053B3F08EA}"/>
              </a:ext>
            </a:extLst>
          </p:cNvPr>
          <p:cNvSpPr txBox="1"/>
          <p:nvPr/>
        </p:nvSpPr>
        <p:spPr>
          <a:xfrm>
            <a:off x="2258568" y="5370362"/>
            <a:ext cx="19876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Predicts high-severity accidents using contextual features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Temporal Patterns: Hour of Day vs Severity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0D033C-71C1-0EF4-3C97-2B7C4E78E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901" y="547712"/>
            <a:ext cx="8495662" cy="420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Geographic Variation: Top States by Severity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39B09-8CC8-40BF-46AD-E0442AF5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8" y="1925091"/>
            <a:ext cx="9038103" cy="430567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CBD7-2E1B-22A4-6AEF-70E61F94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C6C0-C0DF-1CA5-D27F-18FE41AB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Geographic Variation: Top States by Severity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77746-D93A-C9D5-6B47-9F1CE12E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8" y="1481921"/>
            <a:ext cx="3634015" cy="4823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CA42E-9219-E036-A0AE-EE7DE5E30331}"/>
              </a:ext>
            </a:extLst>
          </p:cNvPr>
          <p:cNvSpPr txBox="1"/>
          <p:nvPr/>
        </p:nvSpPr>
        <p:spPr>
          <a:xfrm>
            <a:off x="3962400" y="1548286"/>
            <a:ext cx="488663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High-Severity Accident Rate by State</a:t>
            </a:r>
          </a:p>
          <a:p>
            <a:r>
              <a:rPr lang="en-US" sz="1600" b="1" dirty="0"/>
              <a:t>Approach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Defined target: Severity ≥ 3 → high severity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Aggregated by state: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 → high-severity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Count → accident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Filtered states with </a:t>
            </a:r>
            <a:r>
              <a:rPr lang="en-US" sz="1600" b="1" dirty="0"/>
              <a:t>≥ 500 records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</a:t>
            </a:r>
            <a:r>
              <a:rPr lang="en-US" sz="1600" b="1" dirty="0"/>
              <a:t>top 15 by severity rate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Key Observations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Severity rates vary significantly across states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 states (MO, RI) show high rates but smaller samples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GA, MD, VA: </a:t>
            </a:r>
            <a:r>
              <a:rPr lang="en-US" sz="1600" b="1" dirty="0"/>
              <a:t>high severity rates with strong volume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CA, TX: </a:t>
            </a:r>
            <a:r>
              <a:rPr lang="en-US" sz="1600" b="1" dirty="0"/>
              <a:t>high volume ≠ highest severity rates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Takeaway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Severity is not driven by accident frequency alone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Geographic patterns reflect underlying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need for predictive modeling over simple counts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88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1721</Words>
  <Application>Microsoft Office PowerPoint</Application>
  <PresentationFormat>On-screen Show (4:3)</PresentationFormat>
  <Paragraphs>254</Paragraphs>
  <Slides>50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DATA 6545 Final Project Accident Dataset Prediction</vt:lpstr>
      <vt:lpstr>Problem Definition</vt:lpstr>
      <vt:lpstr>Data Ingestion &amp; Environment</vt:lpstr>
      <vt:lpstr>Development Sample Creation</vt:lpstr>
      <vt:lpstr>Deterministic Data Split</vt:lpstr>
      <vt:lpstr>Split Sizes</vt:lpstr>
      <vt:lpstr>Visualization: Split Size Check</vt:lpstr>
      <vt:lpstr>Class Distribution</vt:lpstr>
      <vt:lpstr>Visualization: Severity Distribution by Split</vt:lpstr>
      <vt:lpstr>Column Inventory</vt:lpstr>
      <vt:lpstr>Visualization: Column Inventory Snapshot</vt:lpstr>
      <vt:lpstr>Feature Schema Definition</vt:lpstr>
      <vt:lpstr>Visualization: Feature Type Breakdown</vt:lpstr>
      <vt:lpstr>Type Correction &amp; Cleaning Rules</vt:lpstr>
      <vt:lpstr>Feature Engineering (SQL)</vt:lpstr>
      <vt:lpstr>Clean Feature Tables</vt:lpstr>
      <vt:lpstr>QA Checks on Features</vt:lpstr>
      <vt:lpstr>Visualization: Binary Target Counts</vt:lpstr>
      <vt:lpstr>Binary Target Construction</vt:lpstr>
      <vt:lpstr>Leakage Guardrails &amp; Integrity</vt:lpstr>
      <vt:lpstr>Visualization: Split Integrity + Leakage Checks</vt:lpstr>
      <vt:lpstr>Preprocessing Pipeline</vt:lpstr>
      <vt:lpstr>Visualization: Preprocessing Pipeline Flow</vt:lpstr>
      <vt:lpstr>Feature Counts After Prep</vt:lpstr>
      <vt:lpstr>Baseline Model: Logistic Regression</vt:lpstr>
      <vt:lpstr>Tree-Based Models</vt:lpstr>
      <vt:lpstr>Evaluation Metrics Threshold = 0.50 to prioritize recall over false positives.</vt:lpstr>
      <vt:lpstr>LightGBM outperforms Logistic Regression and Random Forest on recall, ROC-AUC, and PR-AUC.</vt:lpstr>
      <vt:lpstr>Visualization: Confusion Matrix (Validation)</vt:lpstr>
      <vt:lpstr>Champion Model: LightGBM</vt:lpstr>
      <vt:lpstr>Visualization: Champion Test Metrics</vt:lpstr>
      <vt:lpstr>Error Analysis</vt:lpstr>
      <vt:lpstr>Visualization: Test Confusion Matrix</vt:lpstr>
      <vt:lpstr>Visualization: ROC-AUC: ~0.92 / PR-AUC: ~0.86 Comparison</vt:lpstr>
      <vt:lpstr>Feature Importance / Explainability</vt:lpstr>
      <vt:lpstr>Visualization: SHAP Feature Importance Bar Plot</vt:lpstr>
      <vt:lpstr>Visualization: Feature Importance / SHAP</vt:lpstr>
      <vt:lpstr>MLflow Experiment Tracking</vt:lpstr>
      <vt:lpstr>Visualization: MLflow Tracking Flow</vt:lpstr>
      <vt:lpstr>Model Packaging</vt:lpstr>
      <vt:lpstr>Deployment Design</vt:lpstr>
      <vt:lpstr>Visualization: Flask/Docker Inference Flow</vt:lpstr>
      <vt:lpstr>Limitations</vt:lpstr>
      <vt:lpstr>Ethical Considerations</vt:lpstr>
      <vt:lpstr>Summary</vt:lpstr>
      <vt:lpstr>Business Impact</vt:lpstr>
      <vt:lpstr>Executive Takeaway</vt:lpstr>
      <vt:lpstr>Temporal Patterns: Hour of Day vs Severity</vt:lpstr>
      <vt:lpstr>Geographic Variation: Top States by Severity Rate</vt:lpstr>
      <vt:lpstr>Geographic Variation: Top States by Severity Rate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Bonnanzio</cp:lastModifiedBy>
  <cp:revision>4</cp:revision>
  <dcterms:created xsi:type="dcterms:W3CDTF">2013-01-27T09:14:16Z</dcterms:created>
  <dcterms:modified xsi:type="dcterms:W3CDTF">2026-05-06T00:21:49Z</dcterms:modified>
  <cp:category/>
</cp:coreProperties>
</file>